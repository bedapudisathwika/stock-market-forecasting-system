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9" r:id="rId2"/>
    <p:sldId id="257" r:id="rId3"/>
    <p:sldId id="260" r:id="rId4"/>
    <p:sldId id="282" r:id="rId5"/>
    <p:sldId id="277" r:id="rId6"/>
    <p:sldId id="291" r:id="rId7"/>
    <p:sldId id="305" r:id="rId8"/>
    <p:sldId id="321" r:id="rId9"/>
    <p:sldId id="320" r:id="rId10"/>
    <p:sldId id="323" r:id="rId11"/>
    <p:sldId id="324" r:id="rId12"/>
    <p:sldId id="325" r:id="rId13"/>
    <p:sldId id="326" r:id="rId14"/>
    <p:sldId id="329" r:id="rId15"/>
    <p:sldId id="322" r:id="rId16"/>
    <p:sldId id="327" r:id="rId17"/>
    <p:sldId id="328" r:id="rId18"/>
    <p:sldId id="28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dapudi sathwikarani" initials="bs" lastIdx="2" clrIdx="0">
    <p:extLst>
      <p:ext uri="{19B8F6BF-5375-455C-9EA6-DF929625EA0E}">
        <p15:presenceInfo xmlns:p15="http://schemas.microsoft.com/office/powerpoint/2012/main" userId="7593ec9a231490d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29" autoAdjust="0"/>
    <p:restoredTop sz="93458" autoAdjust="0"/>
  </p:normalViewPr>
  <p:slideViewPr>
    <p:cSldViewPr>
      <p:cViewPr>
        <p:scale>
          <a:sx n="66" d="100"/>
          <a:sy n="66" d="100"/>
        </p:scale>
        <p:origin x="558" y="108"/>
      </p:cViewPr>
      <p:guideLst>
        <p:guide orient="horz" pos="2160"/>
        <p:guide pos="2880"/>
      </p:guideLst>
    </p:cSldViewPr>
  </p:slideViewPr>
  <p:notesTextViewPr>
    <p:cViewPr>
      <p:scale>
        <a:sx n="100" d="100"/>
        <a:sy n="100" d="100"/>
      </p:scale>
      <p:origin x="0" y="0"/>
    </p:cViewPr>
  </p:notesTextViewPr>
  <p:notesViewPr>
    <p:cSldViewPr>
      <p:cViewPr varScale="1">
        <p:scale>
          <a:sx n="54" d="100"/>
          <a:sy n="54" d="100"/>
        </p:scale>
        <p:origin x="289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dapudi sathwikarani" userId="7593ec9a231490dc" providerId="LiveId" clId="{935D4BCB-C52F-440D-8768-6F1584AEE047}"/>
    <pc:docChg chg="undo redo custSel addSld delSld modSld sldOrd">
      <pc:chgData name="bedapudi sathwikarani" userId="7593ec9a231490dc" providerId="LiveId" clId="{935D4BCB-C52F-440D-8768-6F1584AEE047}" dt="2025-09-09T12:00:49.662" v="1413" actId="2711"/>
      <pc:docMkLst>
        <pc:docMk/>
      </pc:docMkLst>
      <pc:sldChg chg="modSp mod">
        <pc:chgData name="bedapudi sathwikarani" userId="7593ec9a231490dc" providerId="LiveId" clId="{935D4BCB-C52F-440D-8768-6F1584AEE047}" dt="2025-09-09T11:01:14.538" v="1384" actId="20577"/>
        <pc:sldMkLst>
          <pc:docMk/>
          <pc:sldMk cId="0" sldId="257"/>
        </pc:sldMkLst>
        <pc:spChg chg="mod">
          <ac:chgData name="bedapudi sathwikarani" userId="7593ec9a231490dc" providerId="LiveId" clId="{935D4BCB-C52F-440D-8768-6F1584AEE047}" dt="2025-09-09T11:01:14.538" v="1384" actId="20577"/>
          <ac:spMkLst>
            <pc:docMk/>
            <pc:sldMk cId="0" sldId="257"/>
            <ac:spMk id="3" creationId="{00000000-0000-0000-0000-000000000000}"/>
          </ac:spMkLst>
        </pc:spChg>
      </pc:sldChg>
      <pc:sldChg chg="modSp mod">
        <pc:chgData name="bedapudi sathwikarani" userId="7593ec9a231490dc" providerId="LiveId" clId="{935D4BCB-C52F-440D-8768-6F1584AEE047}" dt="2025-09-08T10:32:25.749" v="26" actId="14100"/>
        <pc:sldMkLst>
          <pc:docMk/>
          <pc:sldMk cId="1072385661" sldId="260"/>
        </pc:sldMkLst>
        <pc:spChg chg="mod">
          <ac:chgData name="bedapudi sathwikarani" userId="7593ec9a231490dc" providerId="LiveId" clId="{935D4BCB-C52F-440D-8768-6F1584AEE047}" dt="2025-09-08T10:32:14.221" v="23" actId="14100"/>
          <ac:spMkLst>
            <pc:docMk/>
            <pc:sldMk cId="1072385661" sldId="260"/>
            <ac:spMk id="2" creationId="{45DD8F4E-33E8-42FF-47C5-B2A96AD5E3C5}"/>
          </ac:spMkLst>
        </pc:spChg>
        <pc:spChg chg="mod">
          <ac:chgData name="bedapudi sathwikarani" userId="7593ec9a231490dc" providerId="LiveId" clId="{935D4BCB-C52F-440D-8768-6F1584AEE047}" dt="2025-09-08T10:32:25.749" v="26" actId="14100"/>
          <ac:spMkLst>
            <pc:docMk/>
            <pc:sldMk cId="1072385661" sldId="260"/>
            <ac:spMk id="3" creationId="{7ACD5FBE-B62A-ACEF-2033-08AAB7BE5F33}"/>
          </ac:spMkLst>
        </pc:spChg>
      </pc:sldChg>
      <pc:sldChg chg="del">
        <pc:chgData name="bedapudi sathwikarani" userId="7593ec9a231490dc" providerId="LiveId" clId="{935D4BCB-C52F-440D-8768-6F1584AEE047}" dt="2025-09-08T15:00:01.865" v="863" actId="47"/>
        <pc:sldMkLst>
          <pc:docMk/>
          <pc:sldMk cId="2237086325" sldId="263"/>
        </pc:sldMkLst>
      </pc:sldChg>
      <pc:sldChg chg="del">
        <pc:chgData name="bedapudi sathwikarani" userId="7593ec9a231490dc" providerId="LiveId" clId="{935D4BCB-C52F-440D-8768-6F1584AEE047}" dt="2025-09-08T11:28:34.656" v="443" actId="47"/>
        <pc:sldMkLst>
          <pc:docMk/>
          <pc:sldMk cId="1911612324" sldId="264"/>
        </pc:sldMkLst>
      </pc:sldChg>
      <pc:sldChg chg="del">
        <pc:chgData name="bedapudi sathwikarani" userId="7593ec9a231490dc" providerId="LiveId" clId="{935D4BCB-C52F-440D-8768-6F1584AEE047}" dt="2025-09-08T18:53:13.710" v="1197" actId="47"/>
        <pc:sldMkLst>
          <pc:docMk/>
          <pc:sldMk cId="3251762208" sldId="269"/>
        </pc:sldMkLst>
      </pc:sldChg>
      <pc:sldChg chg="del">
        <pc:chgData name="bedapudi sathwikarani" userId="7593ec9a231490dc" providerId="LiveId" clId="{935D4BCB-C52F-440D-8768-6F1584AEE047}" dt="2025-09-08T11:29:03.032" v="444" actId="47"/>
        <pc:sldMkLst>
          <pc:docMk/>
          <pc:sldMk cId="3625487680" sldId="275"/>
        </pc:sldMkLst>
      </pc:sldChg>
      <pc:sldChg chg="del">
        <pc:chgData name="bedapudi sathwikarani" userId="7593ec9a231490dc" providerId="LiveId" clId="{935D4BCB-C52F-440D-8768-6F1584AEE047}" dt="2025-09-08T11:24:06.430" v="393" actId="47"/>
        <pc:sldMkLst>
          <pc:docMk/>
          <pc:sldMk cId="1268288052" sldId="276"/>
        </pc:sldMkLst>
      </pc:sldChg>
      <pc:sldChg chg="modSp mod">
        <pc:chgData name="bedapudi sathwikarani" userId="7593ec9a231490dc" providerId="LiveId" clId="{935D4BCB-C52F-440D-8768-6F1584AEE047}" dt="2025-09-08T10:56:41.157" v="250" actId="27636"/>
        <pc:sldMkLst>
          <pc:docMk/>
          <pc:sldMk cId="1451666249" sldId="277"/>
        </pc:sldMkLst>
        <pc:spChg chg="mod">
          <ac:chgData name="bedapudi sathwikarani" userId="7593ec9a231490dc" providerId="LiveId" clId="{935D4BCB-C52F-440D-8768-6F1584AEE047}" dt="2025-09-08T10:56:41.157" v="250" actId="27636"/>
          <ac:spMkLst>
            <pc:docMk/>
            <pc:sldMk cId="1451666249" sldId="277"/>
            <ac:spMk id="3" creationId="{88C12D8F-A60D-7A35-2AE7-E2889092482E}"/>
          </ac:spMkLst>
        </pc:spChg>
      </pc:sldChg>
      <pc:sldChg chg="addSp modSp mod">
        <pc:chgData name="bedapudi sathwikarani" userId="7593ec9a231490dc" providerId="LiveId" clId="{935D4BCB-C52F-440D-8768-6F1584AEE047}" dt="2025-09-08T10:51:44.949" v="243" actId="2711"/>
        <pc:sldMkLst>
          <pc:docMk/>
          <pc:sldMk cId="0" sldId="282"/>
        </pc:sldMkLst>
        <pc:spChg chg="mod">
          <ac:chgData name="bedapudi sathwikarani" userId="7593ec9a231490dc" providerId="LiveId" clId="{935D4BCB-C52F-440D-8768-6F1584AEE047}" dt="2025-09-08T10:50:51.160" v="232" actId="14100"/>
          <ac:spMkLst>
            <pc:docMk/>
            <pc:sldMk cId="0" sldId="282"/>
            <ac:spMk id="2" creationId="{00000000-0000-0000-0000-000000000000}"/>
          </ac:spMkLst>
        </pc:spChg>
        <pc:spChg chg="mod">
          <ac:chgData name="bedapudi sathwikarani" userId="7593ec9a231490dc" providerId="LiveId" clId="{935D4BCB-C52F-440D-8768-6F1584AEE047}" dt="2025-09-08T10:51:44.949" v="243" actId="2711"/>
          <ac:spMkLst>
            <pc:docMk/>
            <pc:sldMk cId="0" sldId="282"/>
            <ac:spMk id="3" creationId="{00000000-0000-0000-0000-000000000000}"/>
          </ac:spMkLst>
        </pc:spChg>
        <pc:spChg chg="add">
          <ac:chgData name="bedapudi sathwikarani" userId="7593ec9a231490dc" providerId="LiveId" clId="{935D4BCB-C52F-440D-8768-6F1584AEE047}" dt="2025-09-08T10:48:02.156" v="37"/>
          <ac:spMkLst>
            <pc:docMk/>
            <pc:sldMk cId="0" sldId="282"/>
            <ac:spMk id="4" creationId="{902C35AD-2419-5E7D-341C-1F2B133E5E72}"/>
          </ac:spMkLst>
        </pc:spChg>
        <pc:spChg chg="add mod">
          <ac:chgData name="bedapudi sathwikarani" userId="7593ec9a231490dc" providerId="LiveId" clId="{935D4BCB-C52F-440D-8768-6F1584AEE047}" dt="2025-09-08T10:48:18.874" v="39"/>
          <ac:spMkLst>
            <pc:docMk/>
            <pc:sldMk cId="0" sldId="282"/>
            <ac:spMk id="5" creationId="{E9124EF1-CC6E-8A70-4776-D74F581C8FB1}"/>
          </ac:spMkLst>
        </pc:spChg>
        <pc:spChg chg="add">
          <ac:chgData name="bedapudi sathwikarani" userId="7593ec9a231490dc" providerId="LiveId" clId="{935D4BCB-C52F-440D-8768-6F1584AEE047}" dt="2025-09-08T10:48:23.536" v="42"/>
          <ac:spMkLst>
            <pc:docMk/>
            <pc:sldMk cId="0" sldId="282"/>
            <ac:spMk id="6" creationId="{8970FBC8-103D-A3D1-D233-582657603C49}"/>
          </ac:spMkLst>
        </pc:spChg>
        <pc:spChg chg="add mod">
          <ac:chgData name="bedapudi sathwikarani" userId="7593ec9a231490dc" providerId="LiveId" clId="{935D4BCB-C52F-440D-8768-6F1584AEE047}" dt="2025-09-08T10:48:50.019" v="48" actId="1076"/>
          <ac:spMkLst>
            <pc:docMk/>
            <pc:sldMk cId="0" sldId="282"/>
            <ac:spMk id="7" creationId="{525EA5F5-05BC-80FE-9471-3E52F29FE9C1}"/>
          </ac:spMkLst>
        </pc:spChg>
        <pc:spChg chg="add">
          <ac:chgData name="bedapudi sathwikarani" userId="7593ec9a231490dc" providerId="LiveId" clId="{935D4BCB-C52F-440D-8768-6F1584AEE047}" dt="2025-09-08T10:49:32.997" v="150"/>
          <ac:spMkLst>
            <pc:docMk/>
            <pc:sldMk cId="0" sldId="282"/>
            <ac:spMk id="8" creationId="{41A7F8F5-0791-12B1-2D9F-73B749D676BC}"/>
          </ac:spMkLst>
        </pc:spChg>
        <pc:spChg chg="add">
          <ac:chgData name="bedapudi sathwikarani" userId="7593ec9a231490dc" providerId="LiveId" clId="{935D4BCB-C52F-440D-8768-6F1584AEE047}" dt="2025-09-08T10:49:52.307" v="151"/>
          <ac:spMkLst>
            <pc:docMk/>
            <pc:sldMk cId="0" sldId="282"/>
            <ac:spMk id="9" creationId="{E19EB413-B445-AF0F-8C65-54356314B243}"/>
          </ac:spMkLst>
        </pc:spChg>
      </pc:sldChg>
      <pc:sldChg chg="del">
        <pc:chgData name="bedapudi sathwikarani" userId="7593ec9a231490dc" providerId="LiveId" clId="{935D4BCB-C52F-440D-8768-6F1584AEE047}" dt="2025-09-05T12:29:03.780" v="2" actId="47"/>
        <pc:sldMkLst>
          <pc:docMk/>
          <pc:sldMk cId="8894541" sldId="283"/>
        </pc:sldMkLst>
      </pc:sldChg>
      <pc:sldChg chg="del">
        <pc:chgData name="bedapudi sathwikarani" userId="7593ec9a231490dc" providerId="LiveId" clId="{935D4BCB-C52F-440D-8768-6F1584AEE047}" dt="2025-09-05T12:29:01.270" v="0" actId="47"/>
        <pc:sldMkLst>
          <pc:docMk/>
          <pc:sldMk cId="3554318288" sldId="285"/>
        </pc:sldMkLst>
      </pc:sldChg>
      <pc:sldChg chg="modSp mod">
        <pc:chgData name="bedapudi sathwikarani" userId="7593ec9a231490dc" providerId="LiveId" clId="{935D4BCB-C52F-440D-8768-6F1584AEE047}" dt="2025-09-08T11:09:13.376" v="320" actId="14100"/>
        <pc:sldMkLst>
          <pc:docMk/>
          <pc:sldMk cId="3524355214" sldId="291"/>
        </pc:sldMkLst>
        <pc:spChg chg="mod">
          <ac:chgData name="bedapudi sathwikarani" userId="7593ec9a231490dc" providerId="LiveId" clId="{935D4BCB-C52F-440D-8768-6F1584AEE047}" dt="2025-09-08T11:04:12.532" v="269" actId="14100"/>
          <ac:spMkLst>
            <pc:docMk/>
            <pc:sldMk cId="3524355214" sldId="291"/>
            <ac:spMk id="2" creationId="{852C7661-DD33-9BB8-42B7-48B26D5BD4F7}"/>
          </ac:spMkLst>
        </pc:spChg>
        <pc:spChg chg="mod">
          <ac:chgData name="bedapudi sathwikarani" userId="7593ec9a231490dc" providerId="LiveId" clId="{935D4BCB-C52F-440D-8768-6F1584AEE047}" dt="2025-09-08T11:09:13.376" v="320" actId="14100"/>
          <ac:spMkLst>
            <pc:docMk/>
            <pc:sldMk cId="3524355214" sldId="291"/>
            <ac:spMk id="4" creationId="{E3A91A7B-779E-06C6-5881-BFF4D08CC712}"/>
          </ac:spMkLst>
        </pc:spChg>
        <pc:spChg chg="mod">
          <ac:chgData name="bedapudi sathwikarani" userId="7593ec9a231490dc" providerId="LiveId" clId="{935D4BCB-C52F-440D-8768-6F1584AEE047}" dt="2025-09-08T11:09:07.298" v="318" actId="14100"/>
          <ac:spMkLst>
            <pc:docMk/>
            <pc:sldMk cId="3524355214" sldId="291"/>
            <ac:spMk id="6" creationId="{A2603A20-D70D-BADC-36DC-AE16202DDAA6}"/>
          </ac:spMkLst>
        </pc:spChg>
        <pc:spChg chg="mod">
          <ac:chgData name="bedapudi sathwikarani" userId="7593ec9a231490dc" providerId="LiveId" clId="{935D4BCB-C52F-440D-8768-6F1584AEE047}" dt="2025-09-08T11:09:02.799" v="317" actId="14100"/>
          <ac:spMkLst>
            <pc:docMk/>
            <pc:sldMk cId="3524355214" sldId="291"/>
            <ac:spMk id="8" creationId="{709736BC-FEDD-82E7-9083-56242E218EF0}"/>
          </ac:spMkLst>
        </pc:spChg>
        <pc:spChg chg="mod">
          <ac:chgData name="bedapudi sathwikarani" userId="7593ec9a231490dc" providerId="LiveId" clId="{935D4BCB-C52F-440D-8768-6F1584AEE047}" dt="2025-09-08T11:08:55.233" v="316" actId="14100"/>
          <ac:spMkLst>
            <pc:docMk/>
            <pc:sldMk cId="3524355214" sldId="291"/>
            <ac:spMk id="9" creationId="{5CA31209-6BD4-C3BF-74C3-5360FC93F33F}"/>
          </ac:spMkLst>
        </pc:spChg>
        <pc:spChg chg="mod">
          <ac:chgData name="bedapudi sathwikarani" userId="7593ec9a231490dc" providerId="LiveId" clId="{935D4BCB-C52F-440D-8768-6F1584AEE047}" dt="2025-09-08T11:08:19.872" v="311" actId="255"/>
          <ac:spMkLst>
            <pc:docMk/>
            <pc:sldMk cId="3524355214" sldId="291"/>
            <ac:spMk id="10" creationId="{3040C661-602F-6CAF-C187-8269D8A811F8}"/>
          </ac:spMkLst>
        </pc:spChg>
        <pc:spChg chg="mod">
          <ac:chgData name="bedapudi sathwikarani" userId="7593ec9a231490dc" providerId="LiveId" clId="{935D4BCB-C52F-440D-8768-6F1584AEE047}" dt="2025-09-08T11:08:49.355" v="315" actId="14100"/>
          <ac:spMkLst>
            <pc:docMk/>
            <pc:sldMk cId="3524355214" sldId="291"/>
            <ac:spMk id="13" creationId="{E70D0F07-0CB2-1910-9CA5-970075C4D506}"/>
          </ac:spMkLst>
        </pc:spChg>
      </pc:sldChg>
      <pc:sldChg chg="del">
        <pc:chgData name="bedapudi sathwikarani" userId="7593ec9a231490dc" providerId="LiveId" clId="{935D4BCB-C52F-440D-8768-6F1584AEE047}" dt="2025-09-08T15:00:05.318" v="864" actId="47"/>
        <pc:sldMkLst>
          <pc:docMk/>
          <pc:sldMk cId="1371904010" sldId="292"/>
        </pc:sldMkLst>
      </pc:sldChg>
      <pc:sldChg chg="del">
        <pc:chgData name="bedapudi sathwikarani" userId="7593ec9a231490dc" providerId="LiveId" clId="{935D4BCB-C52F-440D-8768-6F1584AEE047}" dt="2025-09-05T12:29:02.362" v="1" actId="47"/>
        <pc:sldMkLst>
          <pc:docMk/>
          <pc:sldMk cId="2824124759" sldId="293"/>
        </pc:sldMkLst>
      </pc:sldChg>
      <pc:sldChg chg="del">
        <pc:chgData name="bedapudi sathwikarani" userId="7593ec9a231490dc" providerId="LiveId" clId="{935D4BCB-C52F-440D-8768-6F1584AEE047}" dt="2025-09-08T18:53:07.241" v="1196" actId="47"/>
        <pc:sldMkLst>
          <pc:docMk/>
          <pc:sldMk cId="2609136236" sldId="294"/>
        </pc:sldMkLst>
      </pc:sldChg>
      <pc:sldChg chg="del">
        <pc:chgData name="bedapudi sathwikarani" userId="7593ec9a231490dc" providerId="LiveId" clId="{935D4BCB-C52F-440D-8768-6F1584AEE047}" dt="2025-09-08T18:53:04.670" v="1195" actId="47"/>
        <pc:sldMkLst>
          <pc:docMk/>
          <pc:sldMk cId="2868629772" sldId="297"/>
        </pc:sldMkLst>
      </pc:sldChg>
      <pc:sldChg chg="del">
        <pc:chgData name="bedapudi sathwikarani" userId="7593ec9a231490dc" providerId="LiveId" clId="{935D4BCB-C52F-440D-8768-6F1584AEE047}" dt="2025-09-08T11:17:28.589" v="389" actId="47"/>
        <pc:sldMkLst>
          <pc:docMk/>
          <pc:sldMk cId="259205015" sldId="299"/>
        </pc:sldMkLst>
      </pc:sldChg>
      <pc:sldChg chg="del">
        <pc:chgData name="bedapudi sathwikarani" userId="7593ec9a231490dc" providerId="LiveId" clId="{935D4BCB-C52F-440D-8768-6F1584AEE047}" dt="2025-09-08T13:57:28.177" v="686" actId="47"/>
        <pc:sldMkLst>
          <pc:docMk/>
          <pc:sldMk cId="407328686" sldId="302"/>
        </pc:sldMkLst>
      </pc:sldChg>
      <pc:sldChg chg="modSp mod">
        <pc:chgData name="bedapudi sathwikarani" userId="7593ec9a231490dc" providerId="LiveId" clId="{935D4BCB-C52F-440D-8768-6F1584AEE047}" dt="2025-09-08T11:16:53.784" v="378" actId="113"/>
        <pc:sldMkLst>
          <pc:docMk/>
          <pc:sldMk cId="3315377684" sldId="305"/>
        </pc:sldMkLst>
        <pc:spChg chg="mod">
          <ac:chgData name="bedapudi sathwikarani" userId="7593ec9a231490dc" providerId="LiveId" clId="{935D4BCB-C52F-440D-8768-6F1584AEE047}" dt="2025-09-08T11:16:53.784" v="378" actId="113"/>
          <ac:spMkLst>
            <pc:docMk/>
            <pc:sldMk cId="3315377684" sldId="305"/>
            <ac:spMk id="5" creationId="{6B8D2FE9-8681-904F-31F6-C78422B78DD8}"/>
          </ac:spMkLst>
        </pc:spChg>
      </pc:sldChg>
      <pc:sldChg chg="del">
        <pc:chgData name="bedapudi sathwikarani" userId="7593ec9a231490dc" providerId="LiveId" clId="{935D4BCB-C52F-440D-8768-6F1584AEE047}" dt="2025-09-08T11:17:09.637" v="384" actId="47"/>
        <pc:sldMkLst>
          <pc:docMk/>
          <pc:sldMk cId="863758669" sldId="306"/>
        </pc:sldMkLst>
      </pc:sldChg>
      <pc:sldChg chg="del">
        <pc:chgData name="bedapudi sathwikarani" userId="7593ec9a231490dc" providerId="LiveId" clId="{935D4BCB-C52F-440D-8768-6F1584AEE047}" dt="2025-09-08T11:17:04.698" v="381" actId="47"/>
        <pc:sldMkLst>
          <pc:docMk/>
          <pc:sldMk cId="1922096219" sldId="307"/>
        </pc:sldMkLst>
      </pc:sldChg>
      <pc:sldChg chg="del">
        <pc:chgData name="bedapudi sathwikarani" userId="7593ec9a231490dc" providerId="LiveId" clId="{935D4BCB-C52F-440D-8768-6F1584AEE047}" dt="2025-09-08T11:17:06.746" v="382" actId="47"/>
        <pc:sldMkLst>
          <pc:docMk/>
          <pc:sldMk cId="3307150399" sldId="308"/>
        </pc:sldMkLst>
      </pc:sldChg>
      <pc:sldChg chg="del">
        <pc:chgData name="bedapudi sathwikarani" userId="7593ec9a231490dc" providerId="LiveId" clId="{935D4BCB-C52F-440D-8768-6F1584AEE047}" dt="2025-09-08T11:17:08.237" v="383" actId="47"/>
        <pc:sldMkLst>
          <pc:docMk/>
          <pc:sldMk cId="4280294155" sldId="309"/>
        </pc:sldMkLst>
      </pc:sldChg>
      <pc:sldChg chg="del">
        <pc:chgData name="bedapudi sathwikarani" userId="7593ec9a231490dc" providerId="LiveId" clId="{935D4BCB-C52F-440D-8768-6F1584AEE047}" dt="2025-09-08T11:17:11.511" v="385" actId="47"/>
        <pc:sldMkLst>
          <pc:docMk/>
          <pc:sldMk cId="3819475121" sldId="310"/>
        </pc:sldMkLst>
      </pc:sldChg>
      <pc:sldChg chg="del">
        <pc:chgData name="bedapudi sathwikarani" userId="7593ec9a231490dc" providerId="LiveId" clId="{935D4BCB-C52F-440D-8768-6F1584AEE047}" dt="2025-09-08T11:17:58.315" v="392" actId="47"/>
        <pc:sldMkLst>
          <pc:docMk/>
          <pc:sldMk cId="2037645231" sldId="311"/>
        </pc:sldMkLst>
      </pc:sldChg>
      <pc:sldChg chg="del">
        <pc:chgData name="bedapudi sathwikarani" userId="7593ec9a231490dc" providerId="LiveId" clId="{935D4BCB-C52F-440D-8768-6F1584AEE047}" dt="2025-09-08T11:17:01.970" v="380" actId="47"/>
        <pc:sldMkLst>
          <pc:docMk/>
          <pc:sldMk cId="425265268" sldId="312"/>
        </pc:sldMkLst>
      </pc:sldChg>
      <pc:sldChg chg="del">
        <pc:chgData name="bedapudi sathwikarani" userId="7593ec9a231490dc" providerId="LiveId" clId="{935D4BCB-C52F-440D-8768-6F1584AEE047}" dt="2025-09-08T11:17:00.388" v="379" actId="47"/>
        <pc:sldMkLst>
          <pc:docMk/>
          <pc:sldMk cId="4233367886" sldId="313"/>
        </pc:sldMkLst>
      </pc:sldChg>
      <pc:sldChg chg="del">
        <pc:chgData name="bedapudi sathwikarani" userId="7593ec9a231490dc" providerId="LiveId" clId="{935D4BCB-C52F-440D-8768-6F1584AEE047}" dt="2025-09-08T11:17:34.885" v="391" actId="47"/>
        <pc:sldMkLst>
          <pc:docMk/>
          <pc:sldMk cId="3155865156" sldId="314"/>
        </pc:sldMkLst>
      </pc:sldChg>
      <pc:sldChg chg="del">
        <pc:chgData name="bedapudi sathwikarani" userId="7593ec9a231490dc" providerId="LiveId" clId="{935D4BCB-C52F-440D-8768-6F1584AEE047}" dt="2025-09-08T11:17:31.883" v="390" actId="47"/>
        <pc:sldMkLst>
          <pc:docMk/>
          <pc:sldMk cId="1476655946" sldId="315"/>
        </pc:sldMkLst>
      </pc:sldChg>
      <pc:sldChg chg="del">
        <pc:chgData name="bedapudi sathwikarani" userId="7593ec9a231490dc" providerId="LiveId" clId="{935D4BCB-C52F-440D-8768-6F1584AEE047}" dt="2025-09-08T11:17:20.091" v="387" actId="47"/>
        <pc:sldMkLst>
          <pc:docMk/>
          <pc:sldMk cId="2848429685" sldId="316"/>
        </pc:sldMkLst>
      </pc:sldChg>
      <pc:sldChg chg="del">
        <pc:chgData name="bedapudi sathwikarani" userId="7593ec9a231490dc" providerId="LiveId" clId="{935D4BCB-C52F-440D-8768-6F1584AEE047}" dt="2025-09-08T11:17:24.233" v="388" actId="47"/>
        <pc:sldMkLst>
          <pc:docMk/>
          <pc:sldMk cId="2442635659" sldId="317"/>
        </pc:sldMkLst>
      </pc:sldChg>
      <pc:sldChg chg="del">
        <pc:chgData name="bedapudi sathwikarani" userId="7593ec9a231490dc" providerId="LiveId" clId="{935D4BCB-C52F-440D-8768-6F1584AEE047}" dt="2025-09-08T11:17:18.584" v="386" actId="47"/>
        <pc:sldMkLst>
          <pc:docMk/>
          <pc:sldMk cId="1975612990" sldId="318"/>
        </pc:sldMkLst>
      </pc:sldChg>
      <pc:sldChg chg="del">
        <pc:chgData name="bedapudi sathwikarani" userId="7593ec9a231490dc" providerId="LiveId" clId="{935D4BCB-C52F-440D-8768-6F1584AEE047}" dt="2025-09-08T13:57:17.550" v="685" actId="47"/>
        <pc:sldMkLst>
          <pc:docMk/>
          <pc:sldMk cId="1598045206" sldId="319"/>
        </pc:sldMkLst>
      </pc:sldChg>
      <pc:sldChg chg="addSp delSp modSp new mod ord">
        <pc:chgData name="bedapudi sathwikarani" userId="7593ec9a231490dc" providerId="LiveId" clId="{935D4BCB-C52F-440D-8768-6F1584AEE047}" dt="2025-09-08T15:01:54.863" v="871"/>
        <pc:sldMkLst>
          <pc:docMk/>
          <pc:sldMk cId="2028572035" sldId="320"/>
        </pc:sldMkLst>
        <pc:spChg chg="add del mod">
          <ac:chgData name="bedapudi sathwikarani" userId="7593ec9a231490dc" providerId="LiveId" clId="{935D4BCB-C52F-440D-8768-6F1584AEE047}" dt="2025-09-08T12:32:39.007" v="551" actId="21"/>
          <ac:spMkLst>
            <pc:docMk/>
            <pc:sldMk cId="2028572035" sldId="320"/>
            <ac:spMk id="2" creationId="{FFB698CC-7622-B93C-6B80-D78989A18409}"/>
          </ac:spMkLst>
        </pc:spChg>
        <pc:spChg chg="add mod">
          <ac:chgData name="bedapudi sathwikarani" userId="7593ec9a231490dc" providerId="LiveId" clId="{935D4BCB-C52F-440D-8768-6F1584AEE047}" dt="2025-09-08T12:32:45.424" v="552" actId="14100"/>
          <ac:spMkLst>
            <pc:docMk/>
            <pc:sldMk cId="2028572035" sldId="320"/>
            <ac:spMk id="5" creationId="{EFE1C0D8-4C22-D4CF-8FB4-8FC317DF2716}"/>
          </ac:spMkLst>
        </pc:spChg>
        <pc:picChg chg="add mod">
          <ac:chgData name="bedapudi sathwikarani" userId="7593ec9a231490dc" providerId="LiveId" clId="{935D4BCB-C52F-440D-8768-6F1584AEE047}" dt="2025-09-08T12:32:52.283" v="553" actId="1076"/>
          <ac:picMkLst>
            <pc:docMk/>
            <pc:sldMk cId="2028572035" sldId="320"/>
            <ac:picMk id="4" creationId="{AF531BF7-6AEB-C805-E604-0D0CF5DA4E49}"/>
          </ac:picMkLst>
        </pc:picChg>
      </pc:sldChg>
      <pc:sldChg chg="addSp modSp new mod ord">
        <pc:chgData name="bedapudi sathwikarani" userId="7593ec9a231490dc" providerId="LiveId" clId="{935D4BCB-C52F-440D-8768-6F1584AEE047}" dt="2025-09-08T15:01:25.219" v="869"/>
        <pc:sldMkLst>
          <pc:docMk/>
          <pc:sldMk cId="1929408280" sldId="321"/>
        </pc:sldMkLst>
        <pc:spChg chg="add mod">
          <ac:chgData name="bedapudi sathwikarani" userId="7593ec9a231490dc" providerId="LiveId" clId="{935D4BCB-C52F-440D-8768-6F1584AEE047}" dt="2025-09-08T12:36:22.495" v="640" actId="14100"/>
          <ac:spMkLst>
            <pc:docMk/>
            <pc:sldMk cId="1929408280" sldId="321"/>
            <ac:spMk id="2" creationId="{B071E18B-1D6A-EC6D-5D9F-2BD6538937DC}"/>
          </ac:spMkLst>
        </pc:spChg>
      </pc:sldChg>
      <pc:sldChg chg="addSp modSp new mod">
        <pc:chgData name="bedapudi sathwikarani" userId="7593ec9a231490dc" providerId="LiveId" clId="{935D4BCB-C52F-440D-8768-6F1584AEE047}" dt="2025-09-09T05:51:55.958" v="1277" actId="14100"/>
        <pc:sldMkLst>
          <pc:docMk/>
          <pc:sldMk cId="508950502" sldId="322"/>
        </pc:sldMkLst>
        <pc:spChg chg="add mod">
          <ac:chgData name="bedapudi sathwikarani" userId="7593ec9a231490dc" providerId="LiveId" clId="{935D4BCB-C52F-440D-8768-6F1584AEE047}" dt="2025-09-08T13:54:57.357" v="673" actId="20577"/>
          <ac:spMkLst>
            <pc:docMk/>
            <pc:sldMk cId="508950502" sldId="322"/>
            <ac:spMk id="2" creationId="{304A5709-A109-B752-DF57-38C80CB03AE5}"/>
          </ac:spMkLst>
        </pc:spChg>
        <pc:spChg chg="add mod">
          <ac:chgData name="bedapudi sathwikarani" userId="7593ec9a231490dc" providerId="LiveId" clId="{935D4BCB-C52F-440D-8768-6F1584AEE047}" dt="2025-09-09T05:51:55.958" v="1277" actId="14100"/>
          <ac:spMkLst>
            <pc:docMk/>
            <pc:sldMk cId="508950502" sldId="322"/>
            <ac:spMk id="3" creationId="{4432C843-E1B4-1E48-ECC2-C7CADE413D94}"/>
          </ac:spMkLst>
        </pc:spChg>
      </pc:sldChg>
      <pc:sldChg chg="addSp modSp new del mod">
        <pc:chgData name="bedapudi sathwikarani" userId="7593ec9a231490dc" providerId="LiveId" clId="{935D4BCB-C52F-440D-8768-6F1584AEE047}" dt="2025-09-08T15:01:16.559" v="865" actId="47"/>
        <pc:sldMkLst>
          <pc:docMk/>
          <pc:sldMk cId="2685450371" sldId="323"/>
        </pc:sldMkLst>
        <pc:spChg chg="add mod">
          <ac:chgData name="bedapudi sathwikarani" userId="7593ec9a231490dc" providerId="LiveId" clId="{935D4BCB-C52F-440D-8768-6F1584AEE047}" dt="2025-09-08T14:03:03.032" v="773" actId="207"/>
          <ac:spMkLst>
            <pc:docMk/>
            <pc:sldMk cId="2685450371" sldId="323"/>
            <ac:spMk id="2" creationId="{B518B366-D184-5553-35EC-6801AF433E2E}"/>
          </ac:spMkLst>
        </pc:spChg>
        <pc:spChg chg="add mod">
          <ac:chgData name="bedapudi sathwikarani" userId="7593ec9a231490dc" providerId="LiveId" clId="{935D4BCB-C52F-440D-8768-6F1584AEE047}" dt="2025-09-08T14:02:13.724" v="745" actId="14100"/>
          <ac:spMkLst>
            <pc:docMk/>
            <pc:sldMk cId="2685450371" sldId="323"/>
            <ac:spMk id="3" creationId="{116F0272-0D4B-8B39-8259-04BCCE0D6F64}"/>
          </ac:spMkLst>
        </pc:spChg>
        <pc:spChg chg="add mod">
          <ac:chgData name="bedapudi sathwikarani" userId="7593ec9a231490dc" providerId="LiveId" clId="{935D4BCB-C52F-440D-8768-6F1584AEE047}" dt="2025-09-08T14:06:38.313" v="862" actId="1076"/>
          <ac:spMkLst>
            <pc:docMk/>
            <pc:sldMk cId="2685450371" sldId="323"/>
            <ac:spMk id="4" creationId="{3C206862-13B9-D7F4-E990-DFB224C3402E}"/>
          </ac:spMkLst>
        </pc:spChg>
      </pc:sldChg>
      <pc:sldChg chg="addSp modSp new mod">
        <pc:chgData name="bedapudi sathwikarani" userId="7593ec9a231490dc" providerId="LiveId" clId="{935D4BCB-C52F-440D-8768-6F1584AEE047}" dt="2025-09-09T12:00:49.662" v="1413" actId="2711"/>
        <pc:sldMkLst>
          <pc:docMk/>
          <pc:sldMk cId="3973369148" sldId="323"/>
        </pc:sldMkLst>
        <pc:spChg chg="add mod">
          <ac:chgData name="bedapudi sathwikarani" userId="7593ec9a231490dc" providerId="LiveId" clId="{935D4BCB-C52F-440D-8768-6F1584AEE047}" dt="2025-09-08T15:03:53.040" v="882" actId="14100"/>
          <ac:spMkLst>
            <pc:docMk/>
            <pc:sldMk cId="3973369148" sldId="323"/>
            <ac:spMk id="2" creationId="{7B263242-54CF-559B-D4A3-7009FB533278}"/>
          </ac:spMkLst>
        </pc:spChg>
        <pc:spChg chg="add mod">
          <ac:chgData name="bedapudi sathwikarani" userId="7593ec9a231490dc" providerId="LiveId" clId="{935D4BCB-C52F-440D-8768-6F1584AEE047}" dt="2025-09-09T12:00:49.662" v="1413" actId="2711"/>
          <ac:spMkLst>
            <pc:docMk/>
            <pc:sldMk cId="3973369148" sldId="323"/>
            <ac:spMk id="3" creationId="{ED20CD77-046A-45A6-308F-AC63F58F3699}"/>
          </ac:spMkLst>
        </pc:spChg>
      </pc:sldChg>
      <pc:sldChg chg="addSp modSp new mod ord">
        <pc:chgData name="bedapudi sathwikarani" userId="7593ec9a231490dc" providerId="LiveId" clId="{935D4BCB-C52F-440D-8768-6F1584AEE047}" dt="2025-09-09T11:54:42.768" v="1410" actId="20577"/>
        <pc:sldMkLst>
          <pc:docMk/>
          <pc:sldMk cId="2787199503" sldId="324"/>
        </pc:sldMkLst>
        <pc:spChg chg="add mod">
          <ac:chgData name="bedapudi sathwikarani" userId="7593ec9a231490dc" providerId="LiveId" clId="{935D4BCB-C52F-440D-8768-6F1584AEE047}" dt="2025-09-08T15:07:39.165" v="896"/>
          <ac:spMkLst>
            <pc:docMk/>
            <pc:sldMk cId="2787199503" sldId="324"/>
            <ac:spMk id="2" creationId="{A6CEDC34-E7C6-1BE8-C8DB-2B8677AAA3EC}"/>
          </ac:spMkLst>
        </pc:spChg>
        <pc:spChg chg="add mod">
          <ac:chgData name="bedapudi sathwikarani" userId="7593ec9a231490dc" providerId="LiveId" clId="{935D4BCB-C52F-440D-8768-6F1584AEE047}" dt="2025-09-09T11:54:42.768" v="1410" actId="20577"/>
          <ac:spMkLst>
            <pc:docMk/>
            <pc:sldMk cId="2787199503" sldId="324"/>
            <ac:spMk id="3" creationId="{E00BF3BE-5A13-6C71-362B-E04BD2F4BE6B}"/>
          </ac:spMkLst>
        </pc:spChg>
      </pc:sldChg>
      <pc:sldChg chg="addSp delSp modSp new mod ord">
        <pc:chgData name="bedapudi sathwikarani" userId="7593ec9a231490dc" providerId="LiveId" clId="{935D4BCB-C52F-440D-8768-6F1584AEE047}" dt="2025-09-09T11:52:56.024" v="1394" actId="1076"/>
        <pc:sldMkLst>
          <pc:docMk/>
          <pc:sldMk cId="2691820029" sldId="325"/>
        </pc:sldMkLst>
        <pc:spChg chg="add del mod">
          <ac:chgData name="bedapudi sathwikarani" userId="7593ec9a231490dc" providerId="LiveId" clId="{935D4BCB-C52F-440D-8768-6F1584AEE047}" dt="2025-09-08T15:20:49.964" v="1057" actId="21"/>
          <ac:spMkLst>
            <pc:docMk/>
            <pc:sldMk cId="2691820029" sldId="325"/>
            <ac:spMk id="2" creationId="{546AAC64-3FEB-7676-6A8B-F435984746BB}"/>
          </ac:spMkLst>
        </pc:spChg>
        <pc:spChg chg="add mod">
          <ac:chgData name="bedapudi sathwikarani" userId="7593ec9a231490dc" providerId="LiveId" clId="{935D4BCB-C52F-440D-8768-6F1584AEE047}" dt="2025-09-08T15:24:47.729" v="1188" actId="14100"/>
          <ac:spMkLst>
            <pc:docMk/>
            <pc:sldMk cId="2691820029" sldId="325"/>
            <ac:spMk id="3" creationId="{FD988433-0C96-A67D-8415-5663F86E0EAC}"/>
          </ac:spMkLst>
        </pc:spChg>
        <pc:spChg chg="add">
          <ac:chgData name="bedapudi sathwikarani" userId="7593ec9a231490dc" providerId="LiveId" clId="{935D4BCB-C52F-440D-8768-6F1584AEE047}" dt="2025-09-08T15:17:22.363" v="942"/>
          <ac:spMkLst>
            <pc:docMk/>
            <pc:sldMk cId="2691820029" sldId="325"/>
            <ac:spMk id="4" creationId="{A69ED884-7867-5766-ABB9-88015A69B43C}"/>
          </ac:spMkLst>
        </pc:spChg>
        <pc:spChg chg="add">
          <ac:chgData name="bedapudi sathwikarani" userId="7593ec9a231490dc" providerId="LiveId" clId="{935D4BCB-C52F-440D-8768-6F1584AEE047}" dt="2025-09-08T15:17:27.578" v="944"/>
          <ac:spMkLst>
            <pc:docMk/>
            <pc:sldMk cId="2691820029" sldId="325"/>
            <ac:spMk id="5" creationId="{ABAACECD-A6C0-118C-A94F-36982B50A606}"/>
          </ac:spMkLst>
        </pc:spChg>
        <pc:spChg chg="add mod">
          <ac:chgData name="bedapudi sathwikarani" userId="7593ec9a231490dc" providerId="LiveId" clId="{935D4BCB-C52F-440D-8768-6F1584AEE047}" dt="2025-09-08T15:18:24.230" v="957" actId="14100"/>
          <ac:spMkLst>
            <pc:docMk/>
            <pc:sldMk cId="2691820029" sldId="325"/>
            <ac:spMk id="6" creationId="{678488CA-F80D-48FE-F0D2-39085FB12C89}"/>
          </ac:spMkLst>
        </pc:spChg>
        <pc:spChg chg="add mod">
          <ac:chgData name="bedapudi sathwikarani" userId="7593ec9a231490dc" providerId="LiveId" clId="{935D4BCB-C52F-440D-8768-6F1584AEE047}" dt="2025-09-09T11:52:56.024" v="1394" actId="1076"/>
          <ac:spMkLst>
            <pc:docMk/>
            <pc:sldMk cId="2691820029" sldId="325"/>
            <ac:spMk id="7" creationId="{EBA699C6-E2AD-89C1-27E3-D0CB776D9FB3}"/>
          </ac:spMkLst>
        </pc:spChg>
      </pc:sldChg>
      <pc:sldChg chg="addSp delSp modSp new mod">
        <pc:chgData name="bedapudi sathwikarani" userId="7593ec9a231490dc" providerId="LiveId" clId="{935D4BCB-C52F-440D-8768-6F1584AEE047}" dt="2025-09-09T05:50:59.675" v="1272" actId="123"/>
        <pc:sldMkLst>
          <pc:docMk/>
          <pc:sldMk cId="885170862" sldId="326"/>
        </pc:sldMkLst>
        <pc:spChg chg="add del mod">
          <ac:chgData name="bedapudi sathwikarani" userId="7593ec9a231490dc" providerId="LiveId" clId="{935D4BCB-C52F-440D-8768-6F1584AEE047}" dt="2025-09-08T18:55:45.319" v="1201"/>
          <ac:spMkLst>
            <pc:docMk/>
            <pc:sldMk cId="885170862" sldId="326"/>
            <ac:spMk id="2" creationId="{2C625D14-6B6C-1316-D25F-3EA57CCF3480}"/>
          </ac:spMkLst>
        </pc:spChg>
        <pc:spChg chg="add mod">
          <ac:chgData name="bedapudi sathwikarani" userId="7593ec9a231490dc" providerId="LiveId" clId="{935D4BCB-C52F-440D-8768-6F1584AEE047}" dt="2025-09-09T05:50:59.675" v="1272" actId="123"/>
          <ac:spMkLst>
            <pc:docMk/>
            <pc:sldMk cId="885170862" sldId="326"/>
            <ac:spMk id="4" creationId="{849362C1-BDF4-769B-BF01-0E7A7AF84E32}"/>
          </ac:spMkLst>
        </pc:spChg>
        <pc:spChg chg="add mod">
          <ac:chgData name="bedapudi sathwikarani" userId="7593ec9a231490dc" providerId="LiveId" clId="{935D4BCB-C52F-440D-8768-6F1584AEE047}" dt="2025-09-09T05:50:15.923" v="1266" actId="14100"/>
          <ac:spMkLst>
            <pc:docMk/>
            <pc:sldMk cId="885170862" sldId="326"/>
            <ac:spMk id="6" creationId="{433B199F-E9E7-64DC-2C19-7E7703B03819}"/>
          </ac:spMkLst>
        </pc:spChg>
      </pc:sldChg>
      <pc:sldChg chg="addSp modSp new mod">
        <pc:chgData name="bedapudi sathwikarani" userId="7593ec9a231490dc" providerId="LiveId" clId="{935D4BCB-C52F-440D-8768-6F1584AEE047}" dt="2025-09-09T05:45:37.799" v="1222" actId="1076"/>
        <pc:sldMkLst>
          <pc:docMk/>
          <pc:sldMk cId="570220619" sldId="327"/>
        </pc:sldMkLst>
        <pc:spChg chg="add mod">
          <ac:chgData name="bedapudi sathwikarani" userId="7593ec9a231490dc" providerId="LiveId" clId="{935D4BCB-C52F-440D-8768-6F1584AEE047}" dt="2025-09-09T05:45:37.799" v="1222" actId="1076"/>
          <ac:spMkLst>
            <pc:docMk/>
            <pc:sldMk cId="570220619" sldId="327"/>
            <ac:spMk id="2" creationId="{86B4E806-F616-F83B-D0E1-5FA0B45D2308}"/>
          </ac:spMkLst>
        </pc:spChg>
        <pc:spChg chg="add mod">
          <ac:chgData name="bedapudi sathwikarani" userId="7593ec9a231490dc" providerId="LiveId" clId="{935D4BCB-C52F-440D-8768-6F1584AEE047}" dt="2025-09-09T05:43:27.936" v="1216" actId="122"/>
          <ac:spMkLst>
            <pc:docMk/>
            <pc:sldMk cId="570220619" sldId="327"/>
            <ac:spMk id="3" creationId="{8EEC40C2-959E-AEBA-0E64-F7D790E90797}"/>
          </ac:spMkLst>
        </pc:spChg>
      </pc:sldChg>
      <pc:sldChg chg="addSp modSp new mod">
        <pc:chgData name="bedapudi sathwikarani" userId="7593ec9a231490dc" providerId="LiveId" clId="{935D4BCB-C52F-440D-8768-6F1584AEE047}" dt="2025-09-09T07:16:05.547" v="1287" actId="207"/>
        <pc:sldMkLst>
          <pc:docMk/>
          <pc:sldMk cId="3968045995" sldId="328"/>
        </pc:sldMkLst>
        <pc:spChg chg="add mod">
          <ac:chgData name="bedapudi sathwikarani" userId="7593ec9a231490dc" providerId="LiveId" clId="{935D4BCB-C52F-440D-8768-6F1584AEE047}" dt="2025-09-09T07:16:05.547" v="1287" actId="207"/>
          <ac:spMkLst>
            <pc:docMk/>
            <pc:sldMk cId="3968045995" sldId="328"/>
            <ac:spMk id="3" creationId="{4E6978AE-8364-AA75-3AAB-7916FD321E4B}"/>
          </ac:spMkLst>
        </pc:spChg>
      </pc:sldChg>
      <pc:sldChg chg="addSp modSp new mod">
        <pc:chgData name="bedapudi sathwikarani" userId="7593ec9a231490dc" providerId="LiveId" clId="{935D4BCB-C52F-440D-8768-6F1584AEE047}" dt="2025-09-09T10:58:03.110" v="1328"/>
        <pc:sldMkLst>
          <pc:docMk/>
          <pc:sldMk cId="2319409417" sldId="329"/>
        </pc:sldMkLst>
        <pc:spChg chg="add mod">
          <ac:chgData name="bedapudi sathwikarani" userId="7593ec9a231490dc" providerId="LiveId" clId="{935D4BCB-C52F-440D-8768-6F1584AEE047}" dt="2025-09-09T10:58:03.110" v="1328"/>
          <ac:spMkLst>
            <pc:docMk/>
            <pc:sldMk cId="2319409417" sldId="329"/>
            <ac:spMk id="5" creationId="{73498244-1C06-5D1E-22B9-56C85EB73B54}"/>
          </ac:spMkLst>
        </pc:spChg>
        <pc:picChg chg="add mod">
          <ac:chgData name="bedapudi sathwikarani" userId="7593ec9a231490dc" providerId="LiveId" clId="{935D4BCB-C52F-440D-8768-6F1584AEE047}" dt="2025-09-09T10:55:34.847" v="1291" actId="14100"/>
          <ac:picMkLst>
            <pc:docMk/>
            <pc:sldMk cId="2319409417" sldId="329"/>
            <ac:picMk id="3" creationId="{063AFA5C-4914-1C1F-FBE0-9B14C273C3B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785FD-D364-4AF9-8BF4-AABCF7FF786D}" type="datetimeFigureOut">
              <a:rPr lang="en-IN" smtClean="0"/>
              <a:t>08-09-2025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3C05B0-3BC5-4514-889B-8E32B1E5F3A8}" type="slidenum">
              <a:rPr lang="en-IN" smtClean="0"/>
              <a:t>‹#›</a:t>
            </a:fld>
            <a:endParaRPr lang="en-IN"/>
          </a:p>
        </p:txBody>
      </p:sp>
    </p:spTree>
    <p:extLst>
      <p:ext uri="{BB962C8B-B14F-4D97-AF65-F5344CB8AC3E}">
        <p14:creationId xmlns:p14="http://schemas.microsoft.com/office/powerpoint/2010/main" val="1248489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2EC4-E5EE-E551-4789-627512BCE8D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03613DCA-78E3-E9DC-7468-0BF90B9B421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4F8219-16F7-E78D-FE5C-E3076C63D99C}"/>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5" name="Footer Placeholder 4">
            <a:extLst>
              <a:ext uri="{FF2B5EF4-FFF2-40B4-BE49-F238E27FC236}">
                <a16:creationId xmlns:a16="http://schemas.microsoft.com/office/drawing/2014/main" id="{D70239E7-2AAF-06E8-FFF1-AE88E8337F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57E89-9225-244B-6985-ECABC2B95245}"/>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1333250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52FB-A1E7-24E6-C0DD-E5836766CC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FE0C1-0E19-10D0-B3FA-CAE268D8FD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E2CD96-7BF3-7A9D-FB0E-D86ECE3F974B}"/>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5" name="Footer Placeholder 4">
            <a:extLst>
              <a:ext uri="{FF2B5EF4-FFF2-40B4-BE49-F238E27FC236}">
                <a16:creationId xmlns:a16="http://schemas.microsoft.com/office/drawing/2014/main" id="{113A8405-CD55-65DE-B5D0-F559CE2971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7F5547-5EE2-BAAB-E23B-BCBB7D6D902E}"/>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3942618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0442C-D49E-3713-D739-C653ED3C8B0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DAE3E6-5693-C633-0439-59F6AA4D800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EB3865-DB1F-5E10-D31F-5302153C806E}"/>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5" name="Footer Placeholder 4">
            <a:extLst>
              <a:ext uri="{FF2B5EF4-FFF2-40B4-BE49-F238E27FC236}">
                <a16:creationId xmlns:a16="http://schemas.microsoft.com/office/drawing/2014/main" id="{8DF3F68A-89C7-BEC4-B910-8477359222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E4418C5-D832-B0FD-6CA7-EFCA3E565ECF}"/>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69947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DBA93-5ACC-DAB9-ABCB-A2B4FD2A10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CF0E7E-127B-D114-FC25-5873C7B8079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25BB30-722A-5CE9-026B-40168115031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8F2B29-E59A-E3F9-3EB4-142CEECA340C}"/>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6" name="Footer Placeholder 5">
            <a:extLst>
              <a:ext uri="{FF2B5EF4-FFF2-40B4-BE49-F238E27FC236}">
                <a16:creationId xmlns:a16="http://schemas.microsoft.com/office/drawing/2014/main" id="{3585C173-652E-A474-A10B-8B55DC8526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DAA28-6925-7480-7A74-933E73AB881A}"/>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253423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9F1A-895D-9099-029A-B950F82693BE}"/>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0725D0-0716-996C-53AF-3B26D27ACF1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BEBCE0A-4045-9FEB-5887-BB4CC18E54E2}"/>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B2E7DC-B8A0-31B7-9B7E-F0595AF3203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4C8A2D2-59D3-D043-8686-EBDA1BB99FA2}"/>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63DEEC-D0FB-41C1-2410-9B17189379AA}"/>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8" name="Footer Placeholder 7">
            <a:extLst>
              <a:ext uri="{FF2B5EF4-FFF2-40B4-BE49-F238E27FC236}">
                <a16:creationId xmlns:a16="http://schemas.microsoft.com/office/drawing/2014/main" id="{EDA798A9-95CE-3EB3-4BD8-EC90DF079BA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FC0B098-67ED-A988-BFAF-BFB604EE1A7D}"/>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1582036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65511-201B-77ED-E274-CA864C36C1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CFEAD4-AF46-50C7-6F9D-517FADBCFF23}"/>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4" name="Footer Placeholder 3">
            <a:extLst>
              <a:ext uri="{FF2B5EF4-FFF2-40B4-BE49-F238E27FC236}">
                <a16:creationId xmlns:a16="http://schemas.microsoft.com/office/drawing/2014/main" id="{7E27B078-FB4B-D98D-C035-2D868F9263A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EA63AFA-39E0-356E-B2AC-EEE71A4FBE99}"/>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394367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F7BFCB-9DA1-378C-2A12-1C01FC019ECA}"/>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3" name="Footer Placeholder 2">
            <a:extLst>
              <a:ext uri="{FF2B5EF4-FFF2-40B4-BE49-F238E27FC236}">
                <a16:creationId xmlns:a16="http://schemas.microsoft.com/office/drawing/2014/main" id="{1F9060FC-DA8A-F2CF-7593-B1E2A81FD59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B9CD7D2-BAA6-B305-3B3B-A6A6010B2C85}"/>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476054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9861-AE8A-77A2-CF64-EB6DA540E3F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57F0F4-5616-26CD-441B-77EDFED8EB3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9FA2FF7-6A67-03EE-FF7C-D5256D84A1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84F90AE-0539-7191-90F2-E2129E12F79F}"/>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6" name="Footer Placeholder 5">
            <a:extLst>
              <a:ext uri="{FF2B5EF4-FFF2-40B4-BE49-F238E27FC236}">
                <a16:creationId xmlns:a16="http://schemas.microsoft.com/office/drawing/2014/main" id="{D4E4AF06-152A-5298-5C05-3C509DDD41B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B70A21E-F01C-FAB7-2642-C4114E6B4326}"/>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31426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C98B8-163F-26BA-3807-77BCAF20851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08B736-2384-68DA-8033-3C45B5F9A0A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B4CF7B2D-E39A-8BD5-B543-6274D9AE33B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A98E59C-19BB-EE92-795F-4CD2FA231753}"/>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6" name="Footer Placeholder 5">
            <a:extLst>
              <a:ext uri="{FF2B5EF4-FFF2-40B4-BE49-F238E27FC236}">
                <a16:creationId xmlns:a16="http://schemas.microsoft.com/office/drawing/2014/main" id="{B8528536-0CA9-65A4-C902-1C844CDEA8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C1B2261-29CD-7F86-CBEA-FECCF6A932CD}"/>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394737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37C0A-FB0A-F7CB-E34D-825BF08A19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F5EAF4-704C-93E4-3052-E99637E3E0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1D6AF4-939E-9176-1F74-C59BCEB446DA}"/>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5" name="Footer Placeholder 4">
            <a:extLst>
              <a:ext uri="{FF2B5EF4-FFF2-40B4-BE49-F238E27FC236}">
                <a16:creationId xmlns:a16="http://schemas.microsoft.com/office/drawing/2014/main" id="{FCE09384-E13A-094A-C5E6-15AA638E0F5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D831DE-F409-03E1-36DD-3E6628A9C49C}"/>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4228566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D0943D-0527-4594-CBF9-F947C3CA95A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CE5B02-1F9C-44A3-6333-E53A4DDED1D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93D99E-36DB-C261-5210-1D5DB0175D9F}"/>
              </a:ext>
            </a:extLst>
          </p:cNvPr>
          <p:cNvSpPr>
            <a:spLocks noGrp="1"/>
          </p:cNvSpPr>
          <p:nvPr>
            <p:ph type="dt" sz="half" idx="10"/>
          </p:nvPr>
        </p:nvSpPr>
        <p:spPr/>
        <p:txBody>
          <a:bodyPr/>
          <a:lstStyle/>
          <a:p>
            <a:fld id="{58D05394-9626-4316-BF46-AD4DFFE90C11}" type="datetimeFigureOut">
              <a:rPr lang="en-US" smtClean="0"/>
              <a:pPr/>
              <a:t>9/8/2025</a:t>
            </a:fld>
            <a:endParaRPr lang="en-US" dirty="0"/>
          </a:p>
        </p:txBody>
      </p:sp>
      <p:sp>
        <p:nvSpPr>
          <p:cNvPr id="5" name="Footer Placeholder 4">
            <a:extLst>
              <a:ext uri="{FF2B5EF4-FFF2-40B4-BE49-F238E27FC236}">
                <a16:creationId xmlns:a16="http://schemas.microsoft.com/office/drawing/2014/main" id="{186AAB75-8EE8-897E-156C-B4D2088FE5E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630D24-5E69-3A02-1B4B-61ABBFB1CD60}"/>
              </a:ext>
            </a:extLst>
          </p:cNvPr>
          <p:cNvSpPr>
            <a:spLocks noGrp="1"/>
          </p:cNvSpPr>
          <p:nvPr>
            <p:ph type="sldNum" sz="quarter" idx="12"/>
          </p:nvPr>
        </p:nvSpPr>
        <p:spPr/>
        <p:txBody>
          <a:body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1699229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C86BD3-DB82-CDCE-67AC-D5DBBA161F8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8C875A-0C3E-D9AD-A7F0-2A6B7C54C95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4D50EF-8959-5B64-727D-F6F203403B9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8D05394-9626-4316-BF46-AD4DFFE90C11}" type="datetimeFigureOut">
              <a:rPr lang="en-US" smtClean="0"/>
              <a:pPr/>
              <a:t>9/8/2025</a:t>
            </a:fld>
            <a:endParaRPr lang="en-US" dirty="0"/>
          </a:p>
        </p:txBody>
      </p:sp>
      <p:sp>
        <p:nvSpPr>
          <p:cNvPr id="5" name="Footer Placeholder 4">
            <a:extLst>
              <a:ext uri="{FF2B5EF4-FFF2-40B4-BE49-F238E27FC236}">
                <a16:creationId xmlns:a16="http://schemas.microsoft.com/office/drawing/2014/main" id="{12C02A10-B424-B14B-6DCC-7A02493377D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CF8C45-F84E-C746-468A-FD2F3337F2A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115F9B-69CE-46EE-94D8-408784FC57D8}" type="slidenum">
              <a:rPr lang="en-US" smtClean="0"/>
              <a:pPr/>
              <a:t>‹#›</a:t>
            </a:fld>
            <a:endParaRPr lang="en-US" dirty="0"/>
          </a:p>
        </p:txBody>
      </p:sp>
    </p:spTree>
    <p:extLst>
      <p:ext uri="{BB962C8B-B14F-4D97-AF65-F5344CB8AC3E}">
        <p14:creationId xmlns:p14="http://schemas.microsoft.com/office/powerpoint/2010/main" val="28596759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en.wikipedia.org/wiki/List_of_S%26P_500_companies#S&amp;P_500_component_stock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428604"/>
            <a:ext cx="8915400" cy="1569660"/>
          </a:xfrm>
          <a:prstGeom prst="rect">
            <a:avLst/>
          </a:prstGeom>
        </p:spPr>
        <p:txBody>
          <a:bodyPr wrap="square">
            <a:spAutoFit/>
          </a:bodyPr>
          <a:lstStyle/>
          <a:p>
            <a:pPr algn="ctr"/>
            <a:r>
              <a:rPr lang="en-IN" sz="3200" b="1" dirty="0"/>
              <a:t>Cloud-Based Data Visualization and Forecasting System for S&amp;P 500 Trends with Sentiment Integration</a:t>
            </a:r>
            <a:endParaRPr lang="en-US" sz="3200" b="1" dirty="0"/>
          </a:p>
        </p:txBody>
      </p:sp>
      <p:sp>
        <p:nvSpPr>
          <p:cNvPr id="4" name="Rectangle 3"/>
          <p:cNvSpPr/>
          <p:nvPr/>
        </p:nvSpPr>
        <p:spPr>
          <a:xfrm>
            <a:off x="539552" y="2780928"/>
            <a:ext cx="8352006" cy="4031873"/>
          </a:xfrm>
          <a:prstGeom prst="rect">
            <a:avLst/>
          </a:prstGeom>
        </p:spPr>
        <p:txBody>
          <a:bodyPr wrap="square">
            <a:spAutoFit/>
          </a:bodyPr>
          <a:lstStyle/>
          <a:p>
            <a:r>
              <a:rPr lang="en-GB" dirty="0">
                <a:latin typeface="Times New Roman" panose="02020603050405020304" pitchFamily="18" charset="0"/>
                <a:cs typeface="Times New Roman" panose="02020603050405020304" pitchFamily="18" charset="0"/>
              </a:rPr>
              <a:t>                                                  </a:t>
            </a:r>
          </a:p>
          <a:p>
            <a:endParaRPr lang="en-GB" b="1" dirty="0">
              <a:latin typeface="Times New Roman" panose="02020603050405020304" pitchFamily="18" charset="0"/>
              <a:cs typeface="Times New Roman" panose="02020603050405020304" pitchFamily="18" charset="0"/>
            </a:endParaRPr>
          </a:p>
          <a:p>
            <a:r>
              <a:rPr lang="en-GB" b="1" i="1" dirty="0">
                <a:latin typeface="Times New Roman" panose="02020603050405020304" pitchFamily="18" charset="0"/>
                <a:cs typeface="Times New Roman" panose="02020603050405020304" pitchFamily="18" charset="0"/>
              </a:rPr>
              <a:t>                                                       </a:t>
            </a:r>
            <a:r>
              <a:rPr lang="en-GB" sz="2000" b="1" i="1" dirty="0">
                <a:latin typeface="Times New Roman" panose="02020603050405020304" pitchFamily="18" charset="0"/>
                <a:cs typeface="Times New Roman" panose="02020603050405020304" pitchFamily="18" charset="0"/>
              </a:rPr>
              <a:t>Presented By</a:t>
            </a:r>
          </a:p>
          <a:p>
            <a:endParaRPr lang="en-GB"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Name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Satwika Rani Bedapudi</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Student Number:</a:t>
            </a:r>
            <a:r>
              <a:rPr lang="en-US" sz="2000" dirty="0">
                <a:latin typeface="Times New Roman" panose="02020603050405020304" pitchFamily="18" charset="0"/>
                <a:cs typeface="Times New Roman" panose="02020603050405020304" pitchFamily="18" charset="0"/>
              </a:rPr>
              <a:t> 3164483</a:t>
            </a:r>
          </a:p>
          <a:p>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GB" sz="2000" b="1" i="1" dirty="0">
                <a:latin typeface="Times New Roman" panose="02020603050405020304" pitchFamily="18" charset="0"/>
                <a:cs typeface="Times New Roman" panose="02020603050405020304" pitchFamily="18" charset="0"/>
              </a:rPr>
              <a:t>Under the supervision of</a:t>
            </a:r>
          </a:p>
          <a:p>
            <a:r>
              <a:rPr lang="en-GB" sz="2000" dirty="0">
                <a:latin typeface="Times New Roman" panose="02020603050405020304" pitchFamily="18" charset="0"/>
                <a:cs typeface="Times New Roman" panose="02020603050405020304" pitchFamily="18" charset="0"/>
              </a:rPr>
              <a:t>                                                     Katerina Kanta</a:t>
            </a:r>
          </a:p>
          <a:p>
            <a:pPr algn="ctr"/>
            <a:r>
              <a:rPr lang="en-IN" sz="2000"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   </a:t>
            </a:r>
          </a:p>
          <a:p>
            <a:pPr algn="ctr"/>
            <a:r>
              <a:rPr lang="en-GB"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Submitted in partial fulfillment of the requirements for the degree of </a:t>
            </a:r>
          </a:p>
          <a:p>
            <a:pPr algn="ctr"/>
            <a:r>
              <a:rPr lang="en-US" sz="2000" dirty="0">
                <a:latin typeface="Times New Roman" panose="02020603050405020304" pitchFamily="18" charset="0"/>
                <a:cs typeface="Times New Roman" panose="02020603050405020304" pitchFamily="18" charset="0"/>
              </a:rPr>
              <a:t>Master of Science in </a:t>
            </a:r>
            <a:r>
              <a:rPr lang="en-US" sz="2000" b="1" i="1" dirty="0">
                <a:latin typeface="Times New Roman" panose="02020603050405020304" pitchFamily="18" charset="0"/>
                <a:cs typeface="Times New Roman" panose="02020603050405020304" pitchFamily="18" charset="0"/>
              </a:rPr>
              <a:t>Computing Science</a:t>
            </a:r>
          </a:p>
          <a:p>
            <a:pPr algn="ctr"/>
            <a:r>
              <a:rPr lang="en-US" sz="2000" b="1" i="1" dirty="0">
                <a:latin typeface="Times New Roman" panose="02020603050405020304" pitchFamily="18" charset="0"/>
                <a:cs typeface="Times New Roman" panose="02020603050405020304" pitchFamily="18" charset="0"/>
              </a:rPr>
              <a:t>Griffith College, September 2025</a:t>
            </a:r>
            <a:endParaRPr lang="en-US" sz="2000" b="1" i="1" dirty="0"/>
          </a:p>
        </p:txBody>
      </p:sp>
      <p:sp>
        <p:nvSpPr>
          <p:cNvPr id="5" name="AutoShape 2" descr="Griffith College | Ranking, Scholarship, Courses, Fees">
            <a:extLst>
              <a:ext uri="{FF2B5EF4-FFF2-40B4-BE49-F238E27FC236}">
                <a16:creationId xmlns:a16="http://schemas.microsoft.com/office/drawing/2014/main" id="{038E25DC-6010-3AF2-62F4-B296874F7DA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D7295D35-7AAF-5C9D-F79A-07DB1628C142}"/>
              </a:ext>
            </a:extLst>
          </p:cNvPr>
          <p:cNvPicPr>
            <a:picLocks noChangeAspect="1"/>
          </p:cNvPicPr>
          <p:nvPr/>
        </p:nvPicPr>
        <p:blipFill>
          <a:blip r:embed="rId2"/>
          <a:stretch>
            <a:fillRect/>
          </a:stretch>
        </p:blipFill>
        <p:spPr>
          <a:xfrm>
            <a:off x="2579204" y="1881879"/>
            <a:ext cx="3680792" cy="13947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30274"/>
          </a:xfrm>
        </p:spPr>
        <p:txBody>
          <a:bodyPr>
            <a:normAutofit fontScale="90000"/>
          </a:bodyPr>
          <a:lstStyle/>
          <a:p>
            <a:pPr algn="ctr"/>
            <a:r>
              <a:rPr lang="en-US" sz="3100" dirty="0">
                <a:solidFill>
                  <a:srgbClr val="7030A0"/>
                </a:solidFill>
                <a:latin typeface="Times New Roman" panose="02020603050405020304" pitchFamily="18" charset="0"/>
                <a:cs typeface="Times New Roman" panose="02020603050405020304" pitchFamily="18" charset="0"/>
              </a:rPr>
              <a:t>OUTLINE</a:t>
            </a:r>
            <a:br>
              <a:rPr lang="en-US" dirty="0">
                <a:solidFill>
                  <a:srgbClr val="7030A0"/>
                </a:solidFill>
              </a:rPr>
            </a:br>
            <a:endParaRPr lang="en-US" dirty="0"/>
          </a:p>
        </p:txBody>
      </p:sp>
      <p:sp>
        <p:nvSpPr>
          <p:cNvPr id="3" name="Content Placeholder 2"/>
          <p:cNvSpPr>
            <a:spLocks noGrp="1"/>
          </p:cNvSpPr>
          <p:nvPr>
            <p:ph idx="1"/>
          </p:nvPr>
        </p:nvSpPr>
        <p:spPr>
          <a:xfrm>
            <a:off x="628650" y="914400"/>
            <a:ext cx="7886700" cy="5334000"/>
          </a:xfrm>
        </p:spPr>
        <p:txBody>
          <a:bodyPr>
            <a:normAutofit fontScale="85000" lnSpcReduction="10000"/>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sym typeface="Wingdings" pitchFamily="2" charset="2"/>
              </a:rPr>
              <a:t>Abstract</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sym typeface="Wingdings" pitchFamily="2" charset="2"/>
              </a:rPr>
              <a:t>Introduction</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sym typeface="Wingdings" pitchFamily="2" charset="2"/>
              </a:rPr>
              <a:t>Problem Definition </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sym typeface="Wingdings" pitchFamily="2" charset="2"/>
              </a:rPr>
              <a:t>Objectives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sym typeface="Wingdings" pitchFamily="2" charset="2"/>
              </a:rPr>
              <a:t>Methodology</a:t>
            </a:r>
          </a:p>
          <a:p>
            <a:pPr marL="457200" indent="-457200" algn="just">
              <a:lnSpc>
                <a:spcPct val="150000"/>
              </a:lnSpc>
              <a:buFont typeface="+mj-lt"/>
              <a:buAutoNum type="arabicPeriod" startAt="6"/>
            </a:pPr>
            <a:r>
              <a:rPr lang="en-US" sz="2400" dirty="0">
                <a:latin typeface="Times New Roman" panose="02020603050405020304" pitchFamily="18" charset="0"/>
                <a:cs typeface="Times New Roman" panose="02020603050405020304" pitchFamily="18" charset="0"/>
                <a:sym typeface="Wingdings" pitchFamily="2" charset="2"/>
              </a:rPr>
              <a:t>Proposed System</a:t>
            </a:r>
          </a:p>
          <a:p>
            <a:pPr marL="630238" indent="0"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Wingdings" pitchFamily="2" charset="2"/>
              </a:rPr>
              <a:t>  Sequence  Diagram</a:t>
            </a:r>
          </a:p>
          <a:p>
            <a:pPr marL="457200" indent="-457200" algn="just">
              <a:lnSpc>
                <a:spcPct val="150000"/>
              </a:lnSpc>
              <a:buFont typeface="+mj-lt"/>
              <a:buAutoNum type="arabicPeriod" startAt="7"/>
            </a:pPr>
            <a:r>
              <a:rPr lang="en-US" sz="2400" dirty="0">
                <a:latin typeface="Times New Roman" panose="02020603050405020304" pitchFamily="18" charset="0"/>
                <a:cs typeface="Times New Roman" panose="02020603050405020304" pitchFamily="18" charset="0"/>
                <a:sym typeface="Wingdings" pitchFamily="2" charset="2"/>
              </a:rPr>
              <a:t>Analysis</a:t>
            </a:r>
          </a:p>
          <a:p>
            <a:pPr marL="457200" indent="-457200" algn="just">
              <a:lnSpc>
                <a:spcPct val="150000"/>
              </a:lnSpc>
              <a:buFont typeface="+mj-lt"/>
              <a:buAutoNum type="arabicPeriod" startAt="7"/>
            </a:pPr>
            <a:r>
              <a:rPr lang="en-US" sz="2400" dirty="0">
                <a:latin typeface="Times New Roman" panose="02020603050405020304" pitchFamily="18" charset="0"/>
                <a:cs typeface="Times New Roman" panose="02020603050405020304" pitchFamily="18" charset="0"/>
                <a:sym typeface="Wingdings" pitchFamily="2" charset="2"/>
              </a:rPr>
              <a:t>Outputs</a:t>
            </a:r>
          </a:p>
          <a:p>
            <a:pPr marL="457200" indent="-457200" algn="just">
              <a:lnSpc>
                <a:spcPct val="150000"/>
              </a:lnSpc>
              <a:buFont typeface="+mj-lt"/>
              <a:buAutoNum type="arabicPeriod" startAt="7"/>
            </a:pPr>
            <a:r>
              <a:rPr lang="en-US" sz="2400" dirty="0">
                <a:latin typeface="Times New Roman" panose="02020603050405020304" pitchFamily="18" charset="0"/>
                <a:cs typeface="Times New Roman" panose="02020603050405020304" pitchFamily="18" charset="0"/>
                <a:sym typeface="Wingdings" pitchFamily="2" charset="2"/>
              </a:rPr>
              <a:t>conclusion</a:t>
            </a:r>
          </a:p>
          <a:p>
            <a:pPr marL="0" indent="0" algn="just">
              <a:lnSpc>
                <a:spcPct val="150000"/>
              </a:lnSpc>
              <a:buNone/>
            </a:pPr>
            <a:endParaRPr lang="en-US" dirty="0">
              <a:sym typeface="Wingdings" pitchFamily="2" charset="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D8F4E-33E8-42FF-47C5-B2A96AD5E3C5}"/>
              </a:ext>
            </a:extLst>
          </p:cNvPr>
          <p:cNvSpPr>
            <a:spLocks noGrp="1"/>
          </p:cNvSpPr>
          <p:nvPr>
            <p:ph type="title"/>
          </p:nvPr>
        </p:nvSpPr>
        <p:spPr>
          <a:xfrm>
            <a:off x="628650" y="1"/>
            <a:ext cx="7886700" cy="1412776"/>
          </a:xfrm>
        </p:spPr>
        <p:txBody>
          <a:bodyPr/>
          <a:lstStyle/>
          <a:p>
            <a:r>
              <a:rPr lang="en-US" sz="3600" dirty="0">
                <a:solidFill>
                  <a:srgbClr val="7030A0"/>
                </a:solidFill>
                <a:latin typeface="Times New Roman" panose="02020603050405020304" pitchFamily="18" charset="0"/>
                <a:cs typeface="Times New Roman" panose="02020603050405020304" pitchFamily="18" charset="0"/>
              </a:rPr>
              <a:t>                      </a:t>
            </a:r>
            <a:r>
              <a:rPr lang="en-US" sz="2800" dirty="0">
                <a:solidFill>
                  <a:srgbClr val="7030A0"/>
                </a:solidFill>
                <a:latin typeface="Times New Roman" panose="02020603050405020304" pitchFamily="18" charset="0"/>
                <a:cs typeface="Times New Roman" panose="02020603050405020304" pitchFamily="18" charset="0"/>
              </a:rPr>
              <a:t>ABSTRACT</a:t>
            </a:r>
            <a:endParaRPr lang="en-IN" sz="2800" dirty="0"/>
          </a:p>
        </p:txBody>
      </p:sp>
      <p:sp>
        <p:nvSpPr>
          <p:cNvPr id="3" name="Content Placeholder 2">
            <a:extLst>
              <a:ext uri="{FF2B5EF4-FFF2-40B4-BE49-F238E27FC236}">
                <a16:creationId xmlns:a16="http://schemas.microsoft.com/office/drawing/2014/main" id="{7ACD5FBE-B62A-ACEF-2033-08AAB7BE5F33}"/>
              </a:ext>
            </a:extLst>
          </p:cNvPr>
          <p:cNvSpPr>
            <a:spLocks noGrp="1"/>
          </p:cNvSpPr>
          <p:nvPr>
            <p:ph idx="1"/>
          </p:nvPr>
        </p:nvSpPr>
        <p:spPr>
          <a:xfrm>
            <a:off x="628650" y="1124744"/>
            <a:ext cx="7886700" cy="5076031"/>
          </a:xfrm>
        </p:spPr>
        <p:txBody>
          <a:bodyPr>
            <a:noAutofit/>
          </a:bodyPr>
          <a:lstStyle/>
          <a:p>
            <a:pPr marL="0" indent="0" algn="just">
              <a:lnSpc>
                <a:spcPct val="170000"/>
              </a:lnSpc>
              <a:buNone/>
              <a:defRPr sz="1800"/>
            </a:pPr>
            <a:r>
              <a:rPr lang="en-US" sz="2000" dirty="0">
                <a:latin typeface="Times New Roman" panose="02020603050405020304" pitchFamily="18" charset="0"/>
                <a:cs typeface="Times New Roman" panose="02020603050405020304" pitchFamily="18" charset="0"/>
              </a:rPr>
              <a:t>This project presents a hybrid forecasting framework that integrates traditional time-series forecasting models with sentiment analysis and cloud-based visualization. The S&amp;P 500 stock data was dynamically collected using multiple fallback mechanisms, cleaned, and processed for forecasting. Prophet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algorithms were employed, and results showed that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provided superior accuracy. Sentiment data from Yahoo Finance, Google News, Reddit, and </a:t>
            </a:r>
            <a:r>
              <a:rPr lang="en-US" sz="2000" dirty="0" err="1">
                <a:latin typeface="Times New Roman" panose="02020603050405020304" pitchFamily="18" charset="0"/>
                <a:cs typeface="Times New Roman" panose="02020603050405020304" pitchFamily="18" charset="0"/>
              </a:rPr>
              <a:t>NewsAPI</a:t>
            </a:r>
            <a:r>
              <a:rPr lang="en-US" sz="2000" dirty="0">
                <a:latin typeface="Times New Roman" panose="02020603050405020304" pitchFamily="18" charset="0"/>
                <a:cs typeface="Times New Roman" panose="02020603050405020304" pitchFamily="18" charset="0"/>
              </a:rPr>
              <a:t> was incorporated to enhance predictions. Finally, the pipeline was deployed to AWS, with data stored in S3, visualized in </a:t>
            </a:r>
            <a:r>
              <a:rPr lang="en-US" sz="2000" dirty="0" err="1">
                <a:latin typeface="Times New Roman" panose="02020603050405020304" pitchFamily="18" charset="0"/>
                <a:cs typeface="Times New Roman" panose="02020603050405020304" pitchFamily="18" charset="0"/>
              </a:rPr>
              <a:t>QuickSight</a:t>
            </a:r>
            <a:r>
              <a:rPr lang="en-US" sz="2000" dirty="0">
                <a:latin typeface="Times New Roman" panose="02020603050405020304" pitchFamily="18" charset="0"/>
                <a:cs typeface="Times New Roman" panose="02020603050405020304" pitchFamily="18" charset="0"/>
              </a:rPr>
              <a:t>, and enhanced with LLM-based insights using AWS Q.</a:t>
            </a:r>
          </a:p>
        </p:txBody>
      </p:sp>
    </p:spTree>
    <p:extLst>
      <p:ext uri="{BB962C8B-B14F-4D97-AF65-F5344CB8AC3E}">
        <p14:creationId xmlns:p14="http://schemas.microsoft.com/office/powerpoint/2010/main" val="107238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1"/>
            <a:ext cx="7886700" cy="1077926"/>
          </a:xfrm>
        </p:spPr>
        <p:txBody>
          <a:bodyPr/>
          <a:lstStyle/>
          <a:p>
            <a:pPr algn="ctr"/>
            <a:r>
              <a:rPr lang="en-GB" sz="2800" dirty="0">
                <a:solidFill>
                  <a:srgbClr val="7030A0"/>
                </a:solidFill>
                <a:latin typeface="Times New Roman" panose="02020603050405020304" pitchFamily="18" charset="0"/>
                <a:cs typeface="Times New Roman" panose="02020603050405020304" pitchFamily="18" charset="0"/>
              </a:rPr>
              <a:t>INTRODUCTION</a:t>
            </a:r>
            <a:endParaRPr lang="en-IN" sz="2800" dirty="0"/>
          </a:p>
        </p:txBody>
      </p:sp>
      <p:sp>
        <p:nvSpPr>
          <p:cNvPr id="3" name="Content Placeholder 2"/>
          <p:cNvSpPr>
            <a:spLocks noGrp="1"/>
          </p:cNvSpPr>
          <p:nvPr>
            <p:ph idx="1"/>
          </p:nvPr>
        </p:nvSpPr>
        <p:spPr>
          <a:xfrm>
            <a:off x="542952" y="692696"/>
            <a:ext cx="7915220" cy="5904656"/>
          </a:xfrm>
        </p:spPr>
        <p:txBody>
          <a:bodyPr>
            <a:normAutofit lnSpcReduction="10000"/>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Forecasting stock market trends is challenging due to volatility, nonlinear patterns, and sudden fluctuations.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Traditional models like Prophet rely mainly on historical data, limiting accuracy in dynamic markets.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Market sentiment, influenced by news and social media, significantly affects stock price movements.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project introduces a hybrid model combining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Prophet to leverage both predictive power and interpretability.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sentiment integration improves forecasting accuracy, especially for perception-sensitive stocks.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Deployment on AWS (S3, </a:t>
            </a:r>
            <a:r>
              <a:rPr lang="en-US" sz="2000" dirty="0" err="1">
                <a:latin typeface="Times New Roman" panose="02020603050405020304" pitchFamily="18" charset="0"/>
                <a:cs typeface="Times New Roman" panose="02020603050405020304" pitchFamily="18" charset="0"/>
              </a:rPr>
              <a:t>QuickSight</a:t>
            </a:r>
            <a:r>
              <a:rPr lang="en-US" sz="2000" dirty="0">
                <a:latin typeface="Times New Roman" panose="02020603050405020304" pitchFamily="18" charset="0"/>
                <a:cs typeface="Times New Roman" panose="02020603050405020304" pitchFamily="18" charset="0"/>
              </a:rPr>
              <a:t>, AWS Q) ensures scalability, dynamic visualization, and interactive insights.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04B3-BBFF-2A1A-B26D-A32E6AE651A8}"/>
              </a:ext>
            </a:extLst>
          </p:cNvPr>
          <p:cNvSpPr>
            <a:spLocks noGrp="1"/>
          </p:cNvSpPr>
          <p:nvPr>
            <p:ph type="title"/>
          </p:nvPr>
        </p:nvSpPr>
        <p:spPr>
          <a:xfrm>
            <a:off x="628650" y="307976"/>
            <a:ext cx="7886700" cy="1325563"/>
          </a:xfrm>
        </p:spPr>
        <p:txBody>
          <a:bodyPr>
            <a:normAutofit/>
          </a:bodyPr>
          <a:lstStyle/>
          <a:p>
            <a:pPr algn="ctr"/>
            <a:r>
              <a:rPr lang="en-GB" sz="2800" dirty="0">
                <a:solidFill>
                  <a:srgbClr val="7030A0"/>
                </a:solidFill>
                <a:latin typeface="Times New Roman" panose="02020603050405020304" pitchFamily="18" charset="0"/>
                <a:cs typeface="Times New Roman" panose="02020603050405020304" pitchFamily="18" charset="0"/>
              </a:rPr>
              <a:t>PROBLEM DEFINITION</a:t>
            </a:r>
            <a:endParaRPr lang="en-IN" sz="2800" dirty="0"/>
          </a:p>
        </p:txBody>
      </p:sp>
      <p:sp>
        <p:nvSpPr>
          <p:cNvPr id="3" name="Content Placeholder 2">
            <a:extLst>
              <a:ext uri="{FF2B5EF4-FFF2-40B4-BE49-F238E27FC236}">
                <a16:creationId xmlns:a16="http://schemas.microsoft.com/office/drawing/2014/main" id="{88C12D8F-A60D-7A35-2AE7-E2889092482E}"/>
              </a:ext>
            </a:extLst>
          </p:cNvPr>
          <p:cNvSpPr>
            <a:spLocks noGrp="1"/>
          </p:cNvSpPr>
          <p:nvPr>
            <p:ph idx="1"/>
          </p:nvPr>
        </p:nvSpPr>
        <p:spPr>
          <a:xfrm>
            <a:off x="597793" y="1412776"/>
            <a:ext cx="7886700" cy="4968552"/>
          </a:xfrm>
        </p:spPr>
        <p:txBody>
          <a:bodyPr>
            <a:normAutofit fontScale="925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Existing stock forecasting methods primarily rely on historical data and often overlook qualitative factors such as news, social media trends, and investor sentiment. This limitation reduces their ability to capture sudden market shifts caused by perception-driven events, resulting in less accurate predictions. Additionally, traditional models frequently lack scalability and seamless integration with cloud-based visualization tools, restricting their usefulness for real-time decision-making. This project addresses these issues by combining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Prophet with sentiment analysis, while deploying the system on AWS for scalable storage, interactive visualizations, and actionable insights, enabling more accurate and adaptive stock market forecasting.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1666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C7661-DD33-9BB8-42B7-48B26D5BD4F7}"/>
              </a:ext>
            </a:extLst>
          </p:cNvPr>
          <p:cNvSpPr txBox="1">
            <a:spLocks/>
          </p:cNvSpPr>
          <p:nvPr/>
        </p:nvSpPr>
        <p:spPr>
          <a:xfrm>
            <a:off x="827584" y="536137"/>
            <a:ext cx="7886700" cy="1266098"/>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GB" sz="2800" dirty="0">
                <a:solidFill>
                  <a:srgbClr val="7030A0"/>
                </a:solidFill>
                <a:latin typeface="Times New Roman" panose="02020603050405020304" pitchFamily="18" charset="0"/>
                <a:cs typeface="Times New Roman" panose="02020603050405020304" pitchFamily="18" charset="0"/>
              </a:rPr>
              <a:t>                           OBJECTIVES</a:t>
            </a:r>
            <a:endParaRPr lang="en-IN" sz="2800" dirty="0"/>
          </a:p>
        </p:txBody>
      </p:sp>
      <p:sp>
        <p:nvSpPr>
          <p:cNvPr id="4" name="Content Placeholder 2">
            <a:extLst>
              <a:ext uri="{FF2B5EF4-FFF2-40B4-BE49-F238E27FC236}">
                <a16:creationId xmlns:a16="http://schemas.microsoft.com/office/drawing/2014/main" id="{E3A91A7B-779E-06C6-5881-BFF4D08CC712}"/>
              </a:ext>
            </a:extLst>
          </p:cNvPr>
          <p:cNvSpPr txBox="1">
            <a:spLocks/>
          </p:cNvSpPr>
          <p:nvPr/>
        </p:nvSpPr>
        <p:spPr>
          <a:xfrm>
            <a:off x="573732" y="1011409"/>
            <a:ext cx="8280920" cy="871010"/>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Develop a hybrid stock forecasting system using </a:t>
            </a:r>
            <a:r>
              <a:rPr lang="en-US" sz="2000" b="1" dirty="0">
                <a:latin typeface="Times New Roman" panose="02020603050405020304" pitchFamily="18" charset="0"/>
                <a:cs typeface="Times New Roman" panose="02020603050405020304" pitchFamily="18" charset="0"/>
              </a:rPr>
              <a:t>Prophet</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2603A20-D70D-BADC-36DC-AE16202DDAA6}"/>
              </a:ext>
            </a:extLst>
          </p:cNvPr>
          <p:cNvSpPr txBox="1"/>
          <p:nvPr/>
        </p:nvSpPr>
        <p:spPr>
          <a:xfrm>
            <a:off x="518814" y="2083953"/>
            <a:ext cx="7996536" cy="1015663"/>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Evaluate and </a:t>
            </a:r>
            <a:r>
              <a:rPr lang="en-US" sz="2000" b="1" dirty="0">
                <a:latin typeface="Times New Roman" panose="02020603050405020304" pitchFamily="18" charset="0"/>
                <a:cs typeface="Times New Roman" panose="02020603050405020304" pitchFamily="18" charset="0"/>
              </a:rPr>
              <a:t>compare model performance</a:t>
            </a:r>
            <a:r>
              <a:rPr lang="en-US" sz="2000" dirty="0">
                <a:latin typeface="Times New Roman" panose="02020603050405020304" pitchFamily="18" charset="0"/>
                <a:cs typeface="Times New Roman" panose="02020603050405020304" pitchFamily="18" charset="0"/>
              </a:rPr>
              <a:t> using metrics such as MAE and RMSE.</a:t>
            </a: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16AAA88-F816-53B9-5C24-FB68F568C428}"/>
              </a:ext>
            </a:extLst>
          </p:cNvPr>
          <p:cNvSpPr txBox="1"/>
          <p:nvPr/>
        </p:nvSpPr>
        <p:spPr>
          <a:xfrm>
            <a:off x="1043608" y="3286836"/>
            <a:ext cx="7416824"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709736BC-FEDD-82E7-9083-56242E218EF0}"/>
              </a:ext>
            </a:extLst>
          </p:cNvPr>
          <p:cNvSpPr txBox="1"/>
          <p:nvPr/>
        </p:nvSpPr>
        <p:spPr>
          <a:xfrm>
            <a:off x="573732" y="2822956"/>
            <a:ext cx="7996536" cy="707886"/>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Incorporate </a:t>
            </a:r>
            <a:r>
              <a:rPr lang="en-US" sz="2000" b="1" dirty="0">
                <a:latin typeface="Times New Roman" panose="02020603050405020304" pitchFamily="18" charset="0"/>
                <a:cs typeface="Times New Roman" panose="02020603050405020304" pitchFamily="18" charset="0"/>
              </a:rPr>
              <a:t>market sentiment data</a:t>
            </a:r>
            <a:r>
              <a:rPr lang="en-US" sz="2000" dirty="0">
                <a:latin typeface="Times New Roman" panose="02020603050405020304" pitchFamily="18" charset="0"/>
                <a:cs typeface="Times New Roman" panose="02020603050405020304" pitchFamily="18" charset="0"/>
              </a:rPr>
              <a:t> to improve prediction accuracy and capture perception-driven trends.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CA31209-6BD4-C3BF-74C3-5360FC93F33F}"/>
              </a:ext>
            </a:extLst>
          </p:cNvPr>
          <p:cNvSpPr txBox="1"/>
          <p:nvPr/>
        </p:nvSpPr>
        <p:spPr>
          <a:xfrm>
            <a:off x="179512" y="3725218"/>
            <a:ext cx="8155732" cy="707886"/>
          </a:xfrm>
          <a:prstGeom prst="rect">
            <a:avLst/>
          </a:prstGeom>
          <a:noFill/>
        </p:spPr>
        <p:txBody>
          <a:bodyPr wrap="square" rtlCol="0">
            <a:spAutoFit/>
          </a:bodyPr>
          <a:lstStyle/>
          <a:p>
            <a:pPr marL="800100" lvl="1"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Implement </a:t>
            </a:r>
            <a:r>
              <a:rPr lang="en-US" sz="2000" b="1" dirty="0">
                <a:latin typeface="Times New Roman" panose="02020603050405020304" pitchFamily="18" charset="0"/>
                <a:cs typeface="Times New Roman" panose="02020603050405020304" pitchFamily="18" charset="0"/>
              </a:rPr>
              <a:t>cloud-based storage and processing</a:t>
            </a:r>
            <a:r>
              <a:rPr lang="en-US" sz="2000" dirty="0">
                <a:latin typeface="Times New Roman" panose="02020603050405020304" pitchFamily="18" charset="0"/>
                <a:cs typeface="Times New Roman" panose="02020603050405020304" pitchFamily="18" charset="0"/>
              </a:rPr>
              <a:t> on AWS for scalability and efficient data management.</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040C661-602F-6CAF-C187-8269D8A811F8}"/>
              </a:ext>
            </a:extLst>
          </p:cNvPr>
          <p:cNvSpPr txBox="1"/>
          <p:nvPr/>
        </p:nvSpPr>
        <p:spPr>
          <a:xfrm>
            <a:off x="668388" y="4429834"/>
            <a:ext cx="7545723" cy="96032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Create </a:t>
            </a:r>
            <a:r>
              <a:rPr lang="en-US" sz="2000" b="1" dirty="0">
                <a:latin typeface="Times New Roman" panose="02020603050405020304" pitchFamily="18" charset="0"/>
                <a:cs typeface="Times New Roman" panose="02020603050405020304" pitchFamily="18" charset="0"/>
              </a:rPr>
              <a:t>interactive visualizations</a:t>
            </a:r>
            <a:r>
              <a:rPr lang="en-US" sz="2000" dirty="0">
                <a:latin typeface="Times New Roman" panose="02020603050405020304" pitchFamily="18" charset="0"/>
                <a:cs typeface="Times New Roman" panose="02020603050405020304" pitchFamily="18" charset="0"/>
              </a:rPr>
              <a:t> using AWS </a:t>
            </a:r>
            <a:r>
              <a:rPr lang="en-US" sz="2000" dirty="0" err="1">
                <a:latin typeface="Times New Roman" panose="02020603050405020304" pitchFamily="18" charset="0"/>
                <a:cs typeface="Times New Roman" panose="02020603050405020304" pitchFamily="18" charset="0"/>
              </a:rPr>
              <a:t>QuickSight</a:t>
            </a:r>
            <a:r>
              <a:rPr lang="en-US" sz="2000" dirty="0">
                <a:latin typeface="Times New Roman" panose="02020603050405020304" pitchFamily="18" charset="0"/>
                <a:cs typeface="Times New Roman" panose="02020603050405020304" pitchFamily="18" charset="0"/>
              </a:rPr>
              <a:t> for intuitive insights.</a:t>
            </a:r>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70D0F07-0CB2-1910-9CA5-970075C4D506}"/>
              </a:ext>
            </a:extLst>
          </p:cNvPr>
          <p:cNvSpPr txBox="1"/>
          <p:nvPr/>
        </p:nvSpPr>
        <p:spPr>
          <a:xfrm>
            <a:off x="668388" y="5337584"/>
            <a:ext cx="7773044" cy="96032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Leverage </a:t>
            </a:r>
            <a:r>
              <a:rPr lang="en-US" sz="2000" b="1" dirty="0">
                <a:latin typeface="Times New Roman" panose="02020603050405020304" pitchFamily="18" charset="0"/>
                <a:cs typeface="Times New Roman" panose="02020603050405020304" pitchFamily="18" charset="0"/>
              </a:rPr>
              <a:t>AWS Q</a:t>
            </a:r>
            <a:r>
              <a:rPr lang="en-US" sz="2000" dirty="0">
                <a:latin typeface="Times New Roman" panose="02020603050405020304" pitchFamily="18" charset="0"/>
                <a:cs typeface="Times New Roman" panose="02020603050405020304" pitchFamily="18" charset="0"/>
              </a:rPr>
              <a:t> to provide enhanced, AI-driven analytical insights for decision-makers.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35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0-#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DD47-A833-49CE-79B5-FFA6E10B2B13}"/>
              </a:ext>
            </a:extLst>
          </p:cNvPr>
          <p:cNvSpPr>
            <a:spLocks noGrp="1"/>
          </p:cNvSpPr>
          <p:nvPr>
            <p:ph type="title"/>
          </p:nvPr>
        </p:nvSpPr>
        <p:spPr>
          <a:xfrm>
            <a:off x="323528" y="0"/>
            <a:ext cx="8496944" cy="980728"/>
          </a:xfrm>
        </p:spPr>
        <p:txBody>
          <a:bodyPr>
            <a:normAutofit/>
          </a:bodyPr>
          <a:lstStyle/>
          <a:p>
            <a:r>
              <a:rPr lang="en-US" sz="2000" dirty="0">
                <a:solidFill>
                  <a:srgbClr val="7030A0"/>
                </a:solidFill>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METHODOLOGY</a:t>
            </a:r>
            <a:endParaRPr lang="en-IN" sz="2400" dirty="0"/>
          </a:p>
        </p:txBody>
      </p:sp>
      <p:sp>
        <p:nvSpPr>
          <p:cNvPr id="5" name="Rectangle 2">
            <a:extLst>
              <a:ext uri="{FF2B5EF4-FFF2-40B4-BE49-F238E27FC236}">
                <a16:creationId xmlns:a16="http://schemas.microsoft.com/office/drawing/2014/main" id="{6B8D2FE9-8681-904F-31F6-C78422B78DD8}"/>
              </a:ext>
            </a:extLst>
          </p:cNvPr>
          <p:cNvSpPr>
            <a:spLocks noGrp="1" noChangeArrowheads="1"/>
          </p:cNvSpPr>
          <p:nvPr>
            <p:ph idx="1"/>
          </p:nvPr>
        </p:nvSpPr>
        <p:spPr bwMode="auto">
          <a:xfrm>
            <a:off x="323528" y="644459"/>
            <a:ext cx="8496944" cy="5684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The methodology followed includes:</a:t>
            </a:r>
          </a:p>
          <a:p>
            <a:pPr marL="457200" indent="-4572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Data Collection: </a:t>
            </a:r>
            <a:r>
              <a:rPr lang="en-IN" sz="2000" dirty="0">
                <a:latin typeface="Times New Roman" panose="02020603050405020304" pitchFamily="18" charset="0"/>
                <a:cs typeface="Times New Roman" panose="02020603050405020304" pitchFamily="18" charset="0"/>
              </a:rPr>
              <a:t>Dynamically fetching S&amp;P 500 stock data with Wikipedia and EODHD API as a fallback.</a:t>
            </a:r>
          </a:p>
          <a:p>
            <a:pPr marL="457200" indent="-4572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Data Preprocessing: </a:t>
            </a:r>
            <a:r>
              <a:rPr lang="en-IN" sz="2000" dirty="0">
                <a:latin typeface="Times New Roman" panose="02020603050405020304" pitchFamily="18" charset="0"/>
                <a:cs typeface="Times New Roman" panose="02020603050405020304" pitchFamily="18" charset="0"/>
              </a:rPr>
              <a:t>Cleaning and preparing historical data for analysis.</a:t>
            </a:r>
          </a:p>
          <a:p>
            <a:pPr marL="457200" indent="-4572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Forecasting: </a:t>
            </a:r>
            <a:r>
              <a:rPr lang="en-IN" sz="2000" dirty="0">
                <a:latin typeface="Times New Roman" panose="02020603050405020304" pitchFamily="18" charset="0"/>
                <a:cs typeface="Times New Roman" panose="02020603050405020304" pitchFamily="18" charset="0"/>
              </a:rPr>
              <a:t>Applying Prophet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for future trend predictions.</a:t>
            </a:r>
          </a:p>
          <a:p>
            <a:pPr marL="457200" indent="-4572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Sentiment Analysis: </a:t>
            </a:r>
            <a:r>
              <a:rPr lang="en-IN" sz="2000" dirty="0">
                <a:latin typeface="Times New Roman" panose="02020603050405020304" pitchFamily="18" charset="0"/>
                <a:cs typeface="Times New Roman" panose="02020603050405020304" pitchFamily="18" charset="0"/>
              </a:rPr>
              <a:t>Collecting sentiment scores from Yahoo Finance, Google News, Reddit, and </a:t>
            </a:r>
            <a:r>
              <a:rPr lang="en-IN" sz="2000" dirty="0" err="1">
                <a:latin typeface="Times New Roman" panose="02020603050405020304" pitchFamily="18" charset="0"/>
                <a:cs typeface="Times New Roman" panose="02020603050405020304" pitchFamily="18" charset="0"/>
              </a:rPr>
              <a:t>NewsAPI</a:t>
            </a:r>
            <a:r>
              <a:rPr lang="en-IN" sz="2000" dirty="0">
                <a:latin typeface="Times New Roman" panose="02020603050405020304" pitchFamily="18" charset="0"/>
                <a:cs typeface="Times New Roman" panose="02020603050405020304" pitchFamily="18" charset="0"/>
              </a:rPr>
              <a:t>.</a:t>
            </a:r>
          </a:p>
          <a:p>
            <a:pPr marL="457200" indent="-4572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Model Integration: </a:t>
            </a:r>
            <a:r>
              <a:rPr lang="en-IN" sz="2000" dirty="0">
                <a:latin typeface="Times New Roman" panose="02020603050405020304" pitchFamily="18" charset="0"/>
                <a:cs typeface="Times New Roman" panose="02020603050405020304" pitchFamily="18" charset="0"/>
              </a:rPr>
              <a:t>Incorporating sentiment into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for enhanced forecasting.</a:t>
            </a:r>
          </a:p>
          <a:p>
            <a:pPr marL="457200" indent="-4572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Cloud Deployment: </a:t>
            </a:r>
            <a:r>
              <a:rPr lang="en-IN" sz="2000" dirty="0">
                <a:latin typeface="Times New Roman" panose="02020603050405020304" pitchFamily="18" charset="0"/>
                <a:cs typeface="Times New Roman" panose="02020603050405020304" pitchFamily="18" charset="0"/>
              </a:rPr>
              <a:t>Storing data in AWS S3, visualizing in </a:t>
            </a:r>
            <a:r>
              <a:rPr lang="en-IN" sz="2000" dirty="0" err="1">
                <a:latin typeface="Times New Roman" panose="02020603050405020304" pitchFamily="18" charset="0"/>
                <a:cs typeface="Times New Roman" panose="02020603050405020304" pitchFamily="18" charset="0"/>
              </a:rPr>
              <a:t>QuickSight</a:t>
            </a:r>
            <a:r>
              <a:rPr lang="en-IN" sz="2000" dirty="0">
                <a:latin typeface="Times New Roman" panose="02020603050405020304" pitchFamily="18" charset="0"/>
                <a:cs typeface="Times New Roman" panose="02020603050405020304" pitchFamily="18" charset="0"/>
              </a:rPr>
              <a:t>, and enabling insights via AWS Q.</a:t>
            </a:r>
          </a:p>
          <a:p>
            <a:pPr marL="457200" indent="-457200">
              <a:lnSpc>
                <a:spcPct val="150000"/>
              </a:lnSpc>
              <a:buFont typeface="+mj-lt"/>
              <a:buAutoNum type="arabicPeriod"/>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377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71E18B-1D6A-EC6D-5D9F-2BD6538937DC}"/>
              </a:ext>
            </a:extLst>
          </p:cNvPr>
          <p:cNvSpPr txBox="1"/>
          <p:nvPr/>
        </p:nvSpPr>
        <p:spPr>
          <a:xfrm>
            <a:off x="539552" y="476672"/>
            <a:ext cx="8424936" cy="6155531"/>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XGBoost</a:t>
            </a:r>
            <a:r>
              <a:rPr lang="en-IN" sz="2400" b="1" dirty="0">
                <a:latin typeface="Times New Roman" panose="02020603050405020304" pitchFamily="18" charset="0"/>
                <a:cs typeface="Times New Roman" panose="02020603050405020304" pitchFamily="18" charset="0"/>
              </a:rPr>
              <a:t> vs Prophet – Model Comparison</a:t>
            </a:r>
          </a:p>
          <a:p>
            <a:endParaRPr lang="en-IN" sz="20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b="1" dirty="0" err="1">
                <a:latin typeface="Times New Roman" panose="02020603050405020304" pitchFamily="18" charset="0"/>
                <a:cs typeface="Times New Roman" panose="02020603050405020304" pitchFamily="18" charset="0"/>
              </a:rPr>
              <a:t>XGBoost</a:t>
            </a:r>
            <a:r>
              <a:rPr lang="en-IN" sz="2000" b="1" dirty="0">
                <a:latin typeface="Times New Roman" panose="02020603050405020304" pitchFamily="18" charset="0"/>
                <a:cs typeface="Times New Roman" panose="02020603050405020304" pitchFamily="18" charset="0"/>
              </a:rPr>
              <a:t> consistently outperforms Prophet</a:t>
            </a:r>
            <a:r>
              <a:rPr lang="en-IN" sz="2000" dirty="0">
                <a:latin typeface="Times New Roman" panose="02020603050405020304" pitchFamily="18" charset="0"/>
                <a:cs typeface="Times New Roman" panose="02020603050405020304" pitchFamily="18" charset="0"/>
              </a:rPr>
              <a:t> across most S&amp;P 500 stocks.</a:t>
            </a:r>
          </a:p>
          <a:p>
            <a:pPr marL="34290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Positive improvement % → </a:t>
            </a:r>
            <a:r>
              <a:rPr lang="en-IN" sz="2000" b="1" dirty="0" err="1">
                <a:latin typeface="Times New Roman" panose="02020603050405020304" pitchFamily="18" charset="0"/>
                <a:cs typeface="Times New Roman" panose="02020603050405020304" pitchFamily="18" charset="0"/>
              </a:rPr>
              <a:t>XGBoost</a:t>
            </a:r>
            <a:r>
              <a:rPr lang="en-IN" sz="2000" b="1" dirty="0">
                <a:latin typeface="Times New Roman" panose="02020603050405020304" pitchFamily="18" charset="0"/>
                <a:cs typeface="Times New Roman" panose="02020603050405020304" pitchFamily="18" charset="0"/>
              </a:rPr>
              <a:t> better</a:t>
            </a:r>
          </a:p>
          <a:p>
            <a:pPr>
              <a:lnSpc>
                <a:spcPct val="150000"/>
              </a:lnSpc>
            </a:pPr>
            <a:r>
              <a:rPr lang="en-IN" sz="2000" b="1" dirty="0">
                <a:latin typeface="Times New Roman" panose="02020603050405020304" pitchFamily="18" charset="0"/>
                <a:cs typeface="Times New Roman" panose="02020603050405020304" pitchFamily="18" charset="0"/>
              </a:rPr>
              <a:t>      Negative % → Prophet better.</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histogram shows the majority of stocks on the </a:t>
            </a:r>
            <a:r>
              <a:rPr lang="en-IN" sz="2000" b="1" dirty="0">
                <a:latin typeface="Times New Roman" panose="02020603050405020304" pitchFamily="18" charset="0"/>
                <a:cs typeface="Times New Roman" panose="02020603050405020304" pitchFamily="18" charset="0"/>
              </a:rPr>
              <a:t>positive side</a:t>
            </a:r>
            <a:r>
              <a:rPr lang="en-IN" sz="2000" dirty="0">
                <a:latin typeface="Times New Roman" panose="02020603050405020304" pitchFamily="18" charset="0"/>
                <a:cs typeface="Times New Roman" panose="02020603050405020304" pitchFamily="18" charset="0"/>
              </a:rPr>
              <a:t>, meaning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reduces forecasting error for most cases.</a:t>
            </a:r>
          </a:p>
          <a:p>
            <a:pPr marL="34290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MAE is chosen</a:t>
            </a:r>
            <a:r>
              <a:rPr lang="en-IN" sz="2000" dirty="0">
                <a:latin typeface="Times New Roman" panose="02020603050405020304" pitchFamily="18" charset="0"/>
                <a:cs typeface="Times New Roman" panose="02020603050405020304" pitchFamily="18" charset="0"/>
              </a:rPr>
              <a:t> for visualization as it gives a clear, interpretable measure of average error.</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Both </a:t>
            </a:r>
            <a:r>
              <a:rPr lang="en-IN" sz="2000" b="1" dirty="0">
                <a:latin typeface="Times New Roman" panose="02020603050405020304" pitchFamily="18" charset="0"/>
                <a:cs typeface="Times New Roman" panose="02020603050405020304" pitchFamily="18" charset="0"/>
              </a:rPr>
              <a:t>MAE and RMSE statistical tests</a:t>
            </a:r>
            <a:r>
              <a:rPr lang="en-IN" sz="2000" dirty="0">
                <a:latin typeface="Times New Roman" panose="02020603050405020304" pitchFamily="18" charset="0"/>
                <a:cs typeface="Times New Roman" panose="02020603050405020304" pitchFamily="18" charset="0"/>
              </a:rPr>
              <a:t> confirm </a:t>
            </a:r>
            <a:r>
              <a:rPr lang="en-IN" sz="2000" dirty="0" err="1">
                <a:latin typeface="Times New Roman" panose="02020603050405020304" pitchFamily="18" charset="0"/>
                <a:cs typeface="Times New Roman" panose="02020603050405020304" pitchFamily="18" charset="0"/>
              </a:rPr>
              <a:t>XGBoost’s</a:t>
            </a:r>
            <a:r>
              <a:rPr lang="en-IN" sz="2000" dirty="0">
                <a:latin typeface="Times New Roman" panose="02020603050405020304" pitchFamily="18" charset="0"/>
                <a:cs typeface="Times New Roman" panose="02020603050405020304" pitchFamily="18" charset="0"/>
              </a:rPr>
              <a:t> superiority (p-values &lt; 1e-58).</a:t>
            </a:r>
          </a:p>
          <a:p>
            <a:pPr>
              <a:lnSpc>
                <a:spcPct val="150000"/>
              </a:lnSpc>
            </a:pPr>
            <a:r>
              <a:rPr lang="en-IN" sz="2000" b="1" dirty="0">
                <a:latin typeface="Times New Roman" panose="02020603050405020304" pitchFamily="18" charset="0"/>
                <a:cs typeface="Times New Roman" panose="02020603050405020304" pitchFamily="18" charset="0"/>
              </a:rPr>
              <a:t>Conclusion: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is the best model for accurate, production-grade stock forecasting.</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408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531BF7-6AEB-C805-E604-0D0CF5DA4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439677"/>
            <a:ext cx="7776864" cy="4869642"/>
          </a:xfrm>
          <a:prstGeom prst="rect">
            <a:avLst/>
          </a:prstGeom>
        </p:spPr>
      </p:pic>
      <p:sp>
        <p:nvSpPr>
          <p:cNvPr id="5" name="TextBox 4">
            <a:extLst>
              <a:ext uri="{FF2B5EF4-FFF2-40B4-BE49-F238E27FC236}">
                <a16:creationId xmlns:a16="http://schemas.microsoft.com/office/drawing/2014/main" id="{EFE1C0D8-4C22-D4CF-8FB4-8FC317DF2716}"/>
              </a:ext>
            </a:extLst>
          </p:cNvPr>
          <p:cNvSpPr txBox="1"/>
          <p:nvPr/>
        </p:nvSpPr>
        <p:spPr>
          <a:xfrm>
            <a:off x="827584" y="548681"/>
            <a:ext cx="7344816" cy="461665"/>
          </a:xfrm>
          <a:prstGeom prst="rect">
            <a:avLst/>
          </a:prstGeom>
          <a:noFill/>
        </p:spPr>
        <p:txBody>
          <a:bodyPr wrap="square" rtlCol="0">
            <a:spAutoFit/>
          </a:bodyPr>
          <a:lstStyle/>
          <a:p>
            <a:r>
              <a:rPr lang="en-IN" sz="2400" b="1" dirty="0" err="1">
                <a:latin typeface="Times New Roman" panose="02020603050405020304" pitchFamily="18" charset="0"/>
                <a:cs typeface="Times New Roman" panose="02020603050405020304" pitchFamily="18" charset="0"/>
              </a:rPr>
              <a:t>XGBoost</a:t>
            </a:r>
            <a:r>
              <a:rPr lang="en-IN" sz="2400" b="1" dirty="0">
                <a:latin typeface="Times New Roman" panose="02020603050405020304" pitchFamily="18" charset="0"/>
                <a:cs typeface="Times New Roman" panose="02020603050405020304" pitchFamily="18" charset="0"/>
              </a:rPr>
              <a:t> vs Prophet – Model Comparison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57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263242-54CF-559B-D4A3-7009FB533278}"/>
              </a:ext>
            </a:extLst>
          </p:cNvPr>
          <p:cNvSpPr txBox="1"/>
          <p:nvPr/>
        </p:nvSpPr>
        <p:spPr>
          <a:xfrm>
            <a:off x="1115616" y="436022"/>
            <a:ext cx="720080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SENTIMENT INTEGRATION IN FORECASTING</a:t>
            </a:r>
          </a:p>
        </p:txBody>
      </p:sp>
      <p:sp>
        <p:nvSpPr>
          <p:cNvPr id="3" name="TextBox 2">
            <a:extLst>
              <a:ext uri="{FF2B5EF4-FFF2-40B4-BE49-F238E27FC236}">
                <a16:creationId xmlns:a16="http://schemas.microsoft.com/office/drawing/2014/main" id="{ED20CD77-046A-45A6-308F-AC63F58F3699}"/>
              </a:ext>
            </a:extLst>
          </p:cNvPr>
          <p:cNvSpPr txBox="1"/>
          <p:nvPr/>
        </p:nvSpPr>
        <p:spPr>
          <a:xfrm>
            <a:off x="1115616" y="1700808"/>
            <a:ext cx="7416824" cy="378565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Why Add Sentiment to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Models?</a:t>
            </a:r>
          </a:p>
          <a:p>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Captures </a:t>
            </a:r>
            <a:r>
              <a:rPr lang="en-US" sz="2000" b="1" dirty="0">
                <a:latin typeface="Times New Roman" panose="02020603050405020304" pitchFamily="18" charset="0"/>
                <a:cs typeface="Times New Roman" panose="02020603050405020304" pitchFamily="18" charset="0"/>
              </a:rPr>
              <a:t>market psychology</a:t>
            </a:r>
            <a:r>
              <a:rPr lang="en-US" sz="2000" dirty="0">
                <a:latin typeface="Times New Roman" panose="02020603050405020304" pitchFamily="18" charset="0"/>
                <a:cs typeface="Times New Roman" panose="02020603050405020304" pitchFamily="18" charset="0"/>
              </a:rPr>
              <a:t> beyond price &amp; volume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Sentiment directly reflects market psychology, which influences short-term price moves. It complements technical indicators.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explain </a:t>
            </a:r>
            <a:r>
              <a:rPr lang="en-US" sz="2000" b="1" dirty="0">
                <a:latin typeface="Times New Roman" panose="02020603050405020304" pitchFamily="18" charset="0"/>
                <a:cs typeface="Times New Roman" panose="02020603050405020304" pitchFamily="18" charset="0"/>
              </a:rPr>
              <a:t>short-term price reactions</a:t>
            </a:r>
            <a:r>
              <a:rPr lang="en-US" sz="2000" dirty="0">
                <a:latin typeface="Times New Roman" panose="02020603050405020304" pitchFamily="18" charset="0"/>
                <a:cs typeface="Times New Roman" panose="02020603050405020304" pitchFamily="18" charset="0"/>
              </a:rPr>
              <a:t> to news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Valuable for </a:t>
            </a:r>
            <a:r>
              <a:rPr lang="en-US" sz="2000" b="1" dirty="0">
                <a:latin typeface="Times New Roman" panose="02020603050405020304" pitchFamily="18" charset="0"/>
                <a:cs typeface="Times New Roman" panose="02020603050405020304" pitchFamily="18" charset="0"/>
              </a:rPr>
              <a:t>consumer-driven &amp; tech sectors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Complements technical indicators with </a:t>
            </a:r>
            <a:r>
              <a:rPr lang="en-US" sz="2000" b="1" dirty="0">
                <a:latin typeface="Times New Roman" panose="02020603050405020304" pitchFamily="18" charset="0"/>
                <a:cs typeface="Times New Roman" panose="02020603050405020304" pitchFamily="18" charset="0"/>
              </a:rPr>
              <a:t>non-linear interactions</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369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EDC34-E7C6-1BE8-C8DB-2B8677AAA3EC}"/>
              </a:ext>
            </a:extLst>
          </p:cNvPr>
          <p:cNvSpPr txBox="1"/>
          <p:nvPr/>
        </p:nvSpPr>
        <p:spPr>
          <a:xfrm>
            <a:off x="1187624" y="548680"/>
            <a:ext cx="6984776" cy="400110"/>
          </a:xfrm>
          <a:prstGeom prst="rect">
            <a:avLst/>
          </a:prstGeom>
          <a:noFill/>
        </p:spPr>
        <p:txBody>
          <a:bodyPr wrap="square" rtlCol="0">
            <a:spAutoFit/>
          </a:bodyPr>
          <a:lstStyle/>
          <a:p>
            <a:r>
              <a:rPr lang="en-IN" sz="2000" b="1" dirty="0">
                <a:solidFill>
                  <a:schemeClr val="accent1"/>
                </a:solidFill>
                <a:latin typeface="Times New Roman" panose="02020603050405020304" pitchFamily="18" charset="0"/>
                <a:cs typeface="Times New Roman" panose="02020603050405020304" pitchFamily="18" charset="0"/>
              </a:rPr>
              <a:t>PERFORMANCE RESULTS</a:t>
            </a:r>
          </a:p>
        </p:txBody>
      </p:sp>
      <p:sp>
        <p:nvSpPr>
          <p:cNvPr id="3" name="TextBox 2">
            <a:extLst>
              <a:ext uri="{FF2B5EF4-FFF2-40B4-BE49-F238E27FC236}">
                <a16:creationId xmlns:a16="http://schemas.microsoft.com/office/drawing/2014/main" id="{E00BF3BE-5A13-6C71-362B-E04BD2F4BE6B}"/>
              </a:ext>
            </a:extLst>
          </p:cNvPr>
          <p:cNvSpPr txBox="1"/>
          <p:nvPr/>
        </p:nvSpPr>
        <p:spPr>
          <a:xfrm>
            <a:off x="1187624" y="1268760"/>
            <a:ext cx="6984776" cy="6247864"/>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Impact of Sentiment on Forecast Accuracy:</a:t>
            </a:r>
          </a:p>
          <a:p>
            <a:endParaRPr lang="en-IN"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Models compared:</a:t>
            </a:r>
          </a:p>
          <a:p>
            <a:pPr lvl="1"/>
            <a:r>
              <a:rPr lang="en-IN" sz="2000" b="1" dirty="0">
                <a:latin typeface="Times New Roman" panose="02020603050405020304" pitchFamily="18" charset="0"/>
                <a:cs typeface="Times New Roman" panose="02020603050405020304" pitchFamily="18" charset="0"/>
              </a:rPr>
              <a:t>Baseline (No Sentiment)</a:t>
            </a:r>
            <a:endParaRPr lang="en-IN" sz="2000" dirty="0">
              <a:latin typeface="Times New Roman" panose="02020603050405020304" pitchFamily="18" charset="0"/>
              <a:cs typeface="Times New Roman" panose="02020603050405020304" pitchFamily="18" charset="0"/>
            </a:endParaRPr>
          </a:p>
          <a:p>
            <a:pPr lvl="1"/>
            <a:r>
              <a:rPr lang="en-IN" sz="2000" b="1" dirty="0">
                <a:latin typeface="Times New Roman" panose="02020603050405020304" pitchFamily="18" charset="0"/>
                <a:cs typeface="Times New Roman" panose="02020603050405020304" pitchFamily="18" charset="0"/>
              </a:rPr>
              <a:t>Sentiment-Enhanced</a:t>
            </a:r>
          </a:p>
          <a:p>
            <a:pPr lvl="1"/>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Ticker breakdown:</a:t>
            </a:r>
            <a:endParaRPr lang="en-IN" sz="2000" dirty="0">
              <a:latin typeface="Times New Roman" panose="02020603050405020304" pitchFamily="18" charset="0"/>
              <a:cs typeface="Times New Roman" panose="02020603050405020304" pitchFamily="18" charset="0"/>
            </a:endParaRPr>
          </a:p>
          <a:p>
            <a:pPr lvl="1"/>
            <a:r>
              <a:rPr lang="en-IN" sz="2000" b="1" dirty="0">
                <a:latin typeface="Times New Roman" panose="02020603050405020304" pitchFamily="18" charset="0"/>
                <a:cs typeface="Times New Roman" panose="02020603050405020304" pitchFamily="18" charset="0"/>
              </a:rPr>
              <a:t>216 tickers (42.9%) improved</a:t>
            </a:r>
            <a:r>
              <a:rPr lang="en-IN" sz="2000" dirty="0">
                <a:latin typeface="Times New Roman" panose="02020603050405020304" pitchFamily="18" charset="0"/>
                <a:cs typeface="Times New Roman" panose="02020603050405020304" pitchFamily="18" charset="0"/>
              </a:rPr>
              <a:t> with sentiment</a:t>
            </a:r>
          </a:p>
          <a:p>
            <a:pPr lvl="1"/>
            <a:r>
              <a:rPr lang="en-IN" sz="2000" b="1" dirty="0">
                <a:latin typeface="Times New Roman" panose="02020603050405020304" pitchFamily="18" charset="0"/>
                <a:cs typeface="Times New Roman" panose="02020603050405020304" pitchFamily="18" charset="0"/>
              </a:rPr>
              <a:t>287 tickers (57.1%) worsened</a:t>
            </a:r>
            <a:r>
              <a:rPr lang="en-IN" sz="2000" dirty="0">
                <a:latin typeface="Times New Roman" panose="02020603050405020304" pitchFamily="18" charset="0"/>
                <a:cs typeface="Times New Roman" panose="02020603050405020304" pitchFamily="18" charset="0"/>
              </a:rPr>
              <a:t> with sentiment</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Sectors like </a:t>
            </a:r>
            <a:r>
              <a:rPr lang="en-US" sz="2000" b="1" dirty="0">
                <a:latin typeface="Times New Roman" panose="02020603050405020304" pitchFamily="18" charset="0"/>
                <a:cs typeface="Times New Roman" panose="02020603050405020304" pitchFamily="18" charset="0"/>
              </a:rPr>
              <a:t>tech, consumer discretionary, and retail</a:t>
            </a:r>
            <a:r>
              <a:rPr lang="en-US" sz="2000" dirty="0">
                <a:latin typeface="Times New Roman" panose="02020603050405020304" pitchFamily="18" charset="0"/>
                <a:cs typeface="Times New Roman" panose="02020603050405020304" pitchFamily="18" charset="0"/>
              </a:rPr>
              <a:t> are more sentiment-driven.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Others like </a:t>
            </a:r>
            <a:r>
              <a:rPr lang="en-US" sz="2000" b="1" dirty="0">
                <a:latin typeface="Times New Roman" panose="02020603050405020304" pitchFamily="18" charset="0"/>
                <a:cs typeface="Times New Roman" panose="02020603050405020304" pitchFamily="18" charset="0"/>
              </a:rPr>
              <a:t>utilities, industrials, or stable healthcare</a:t>
            </a:r>
            <a:r>
              <a:rPr lang="en-US" sz="2000" dirty="0">
                <a:latin typeface="Times New Roman" panose="02020603050405020304" pitchFamily="18" charset="0"/>
                <a:cs typeface="Times New Roman" panose="02020603050405020304" pitchFamily="18" charset="0"/>
              </a:rPr>
              <a:t> depend more on fundamentals and less on news.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Adding sentiment to low-sensitivity sectors can </a:t>
            </a:r>
            <a:r>
              <a:rPr lang="en-US" sz="2000" b="1" dirty="0">
                <a:latin typeface="Times New Roman" panose="02020603050405020304" pitchFamily="18" charset="0"/>
                <a:cs typeface="Times New Roman" panose="02020603050405020304" pitchFamily="18" charset="0"/>
              </a:rPr>
              <a:t>dilute predictive accuracy</a:t>
            </a:r>
            <a:r>
              <a:rPr lang="en-US" sz="2000" dirty="0">
                <a:latin typeface="Times New Roman" panose="02020603050405020304" pitchFamily="18" charset="0"/>
                <a:cs typeface="Times New Roman" panose="02020603050405020304" pitchFamily="18" charset="0"/>
              </a:rPr>
              <a:t>.</a:t>
            </a:r>
          </a:p>
          <a:p>
            <a:pPr lvl="1"/>
            <a:endParaRPr lang="en-IN" sz="2000" dirty="0">
              <a:latin typeface="Times New Roman" panose="02020603050405020304" pitchFamily="18" charset="0"/>
              <a:cs typeface="Times New Roman" panose="02020603050405020304" pitchFamily="18" charset="0"/>
            </a:endParaRPr>
          </a:p>
          <a:p>
            <a:pPr lvl="1"/>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19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988433-0C96-A67D-8415-5663F86E0EAC}"/>
              </a:ext>
            </a:extLst>
          </p:cNvPr>
          <p:cNvSpPr txBox="1"/>
          <p:nvPr/>
        </p:nvSpPr>
        <p:spPr>
          <a:xfrm>
            <a:off x="1691680" y="188641"/>
            <a:ext cx="5976664" cy="830997"/>
          </a:xfrm>
          <a:prstGeom prst="rect">
            <a:avLst/>
          </a:prstGeom>
          <a:noFill/>
        </p:spPr>
        <p:txBody>
          <a:bodyPr wrap="square" rtlCol="0">
            <a:spAutoFit/>
          </a:bodyPr>
          <a:lstStyle/>
          <a:p>
            <a:r>
              <a:rPr lang="en-US" sz="2400" dirty="0">
                <a:solidFill>
                  <a:schemeClr val="accent1"/>
                </a:solidFill>
                <a:latin typeface="Times New Roman" panose="02020603050405020304" pitchFamily="18" charset="0"/>
                <a:cs typeface="Times New Roman" panose="02020603050405020304" pitchFamily="18" charset="0"/>
              </a:rPr>
              <a:t>SENTIMENT ANALYSIS CONCLUSION</a:t>
            </a:r>
          </a:p>
          <a:p>
            <a:endParaRPr lang="en-IN" sz="2400" dirty="0">
              <a:solidFill>
                <a:schemeClr val="accent1"/>
              </a:solidFill>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EBA699C6-E2AD-89C1-27E3-D0CB776D9FB3}"/>
              </a:ext>
            </a:extLst>
          </p:cNvPr>
          <p:cNvSpPr>
            <a:spLocks noChangeArrowheads="1"/>
          </p:cNvSpPr>
          <p:nvPr/>
        </p:nvSpPr>
        <p:spPr bwMode="auto">
          <a:xfrm>
            <a:off x="827584" y="130440"/>
            <a:ext cx="7992888"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universally useful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apply selectively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ticker-specific models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the sentiment model if RMSE improves</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Otherwise, stick to the baseline model</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43% of S&amp;P 500 tickers benefit from sentiment → especially in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high-news, high-volatility stocks.</a:t>
            </a:r>
          </a:p>
          <a:p>
            <a:pPr marL="342900" indent="-342900" eaLnBrk="0" fontAlgn="base" hangingPunct="0">
              <a:lnSpc>
                <a:spcPct val="150000"/>
              </a:lnSpc>
              <a:spcBef>
                <a:spcPct val="0"/>
              </a:spcBef>
              <a:spcAft>
                <a:spcPct val="0"/>
              </a:spcAft>
              <a:buFont typeface="Wingdings" panose="05000000000000000000" pitchFamily="2" charset="2"/>
              <a:buChar char="Ø"/>
            </a:pPr>
            <a:r>
              <a:rPr lang="en-US" sz="2000" dirty="0"/>
              <a:t>Many studies assume sentiment always improves accuracy. I show it’s </a:t>
            </a:r>
            <a:r>
              <a:rPr lang="en-US" sz="2000" b="1" dirty="0"/>
              <a:t>ticker-dependent</a:t>
            </a:r>
            <a:r>
              <a:rPr lang="en-US" sz="2000" dirty="0"/>
              <a:t>, with ~43% benefiting and ~57% harmed.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 news quality filtering</a:t>
            </a:r>
          </a:p>
          <a:p>
            <a:pPr marR="0" lvl="0" algn="l" defTabSz="914400" rtl="0" eaLnBrk="0" fontAlgn="base" latinLnBrk="0" hangingPunct="0">
              <a:lnSpc>
                <a:spcPct val="15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Sector-level sentiment weighting</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Dynamic model switching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820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362C1-BDF4-769B-BF01-0E7A7AF84E32}"/>
              </a:ext>
            </a:extLst>
          </p:cNvPr>
          <p:cNvSpPr txBox="1"/>
          <p:nvPr/>
        </p:nvSpPr>
        <p:spPr>
          <a:xfrm>
            <a:off x="1187624" y="1916832"/>
            <a:ext cx="7128792" cy="3268652"/>
          </a:xfrm>
          <a:prstGeom prst="rect">
            <a:avLst/>
          </a:prstGeom>
          <a:noFill/>
        </p:spPr>
        <p:txBody>
          <a:bodyPr wrap="square">
            <a:sp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defRPr sz="1800"/>
            </a:pPr>
            <a:r>
              <a:rPr lang="en-US" sz="2000" dirty="0">
                <a:latin typeface="Times New Roman" panose="02020603050405020304" pitchFamily="18" charset="0"/>
                <a:cs typeface="Times New Roman" panose="02020603050405020304" pitchFamily="18" charset="0"/>
              </a:rPr>
              <a:t>All data and forecasting results were pushed to AWS S3, ensuring reliable cloud storage. Using AWS </a:t>
            </a:r>
            <a:r>
              <a:rPr lang="en-US" sz="2000" dirty="0" err="1">
                <a:latin typeface="Times New Roman" panose="02020603050405020304" pitchFamily="18" charset="0"/>
                <a:cs typeface="Times New Roman" panose="02020603050405020304" pitchFamily="18" charset="0"/>
              </a:rPr>
              <a:t>QuickSight</a:t>
            </a:r>
            <a:r>
              <a:rPr lang="en-US" sz="2000" dirty="0">
                <a:latin typeface="Times New Roman" panose="02020603050405020304" pitchFamily="18" charset="0"/>
                <a:cs typeface="Times New Roman" panose="02020603050405020304" pitchFamily="18" charset="0"/>
              </a:rPr>
              <a:t>, preprocessing and visualization of forecasting trends were performed. Furthermore, AWS Q was integrated to provide natural language insights, allowing stakeholders to query stock performance interactively and gain deeper understanding from the models.</a:t>
            </a:r>
          </a:p>
        </p:txBody>
      </p:sp>
      <p:sp>
        <p:nvSpPr>
          <p:cNvPr id="6" name="TextBox 5">
            <a:extLst>
              <a:ext uri="{FF2B5EF4-FFF2-40B4-BE49-F238E27FC236}">
                <a16:creationId xmlns:a16="http://schemas.microsoft.com/office/drawing/2014/main" id="{433B199F-E9E7-64DC-2C19-7E7703B03819}"/>
              </a:ext>
            </a:extLst>
          </p:cNvPr>
          <p:cNvSpPr txBox="1"/>
          <p:nvPr/>
        </p:nvSpPr>
        <p:spPr>
          <a:xfrm>
            <a:off x="827584" y="980728"/>
            <a:ext cx="6984776" cy="461665"/>
          </a:xfrm>
          <a:prstGeom prst="rect">
            <a:avLst/>
          </a:prstGeom>
          <a:noFill/>
        </p:spPr>
        <p:txBody>
          <a:bodyPr wrap="square">
            <a:spAutoFit/>
          </a:bodyPr>
          <a:lstStyle/>
          <a:p>
            <a:pPr algn="ctr"/>
            <a:r>
              <a:rPr lang="en-IN" sz="2400" dirty="0">
                <a:solidFill>
                  <a:schemeClr val="accent1"/>
                </a:solidFill>
                <a:latin typeface="Times New Roman" panose="02020603050405020304" pitchFamily="18" charset="0"/>
                <a:cs typeface="Times New Roman" panose="02020603050405020304" pitchFamily="18" charset="0"/>
              </a:rPr>
              <a:t>AWS INTEGRATION</a:t>
            </a:r>
          </a:p>
        </p:txBody>
      </p:sp>
    </p:spTree>
    <p:extLst>
      <p:ext uri="{BB962C8B-B14F-4D97-AF65-F5344CB8AC3E}">
        <p14:creationId xmlns:p14="http://schemas.microsoft.com/office/powerpoint/2010/main" val="885170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3AFA5C-4914-1C1F-FBE0-9B14C273C3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8760"/>
            <a:ext cx="9144000" cy="5589240"/>
          </a:xfrm>
          <a:prstGeom prst="rect">
            <a:avLst/>
          </a:prstGeom>
        </p:spPr>
      </p:pic>
      <p:sp>
        <p:nvSpPr>
          <p:cNvPr id="5" name="TextBox 4">
            <a:extLst>
              <a:ext uri="{FF2B5EF4-FFF2-40B4-BE49-F238E27FC236}">
                <a16:creationId xmlns:a16="http://schemas.microsoft.com/office/drawing/2014/main" id="{73498244-1C06-5D1E-22B9-56C85EB73B54}"/>
              </a:ext>
            </a:extLst>
          </p:cNvPr>
          <p:cNvSpPr txBox="1"/>
          <p:nvPr/>
        </p:nvSpPr>
        <p:spPr>
          <a:xfrm>
            <a:off x="1115616" y="548680"/>
            <a:ext cx="6372200"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sym typeface="Wingdings" pitchFamily="2" charset="2"/>
              </a:rPr>
              <a:t>SEQUENCE  DIAGRAM</a:t>
            </a:r>
            <a:endParaRPr lang="en-IN" sz="2400" dirty="0"/>
          </a:p>
        </p:txBody>
      </p:sp>
    </p:spTree>
    <p:extLst>
      <p:ext uri="{BB962C8B-B14F-4D97-AF65-F5344CB8AC3E}">
        <p14:creationId xmlns:p14="http://schemas.microsoft.com/office/powerpoint/2010/main" val="2319409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4A5709-A109-B752-DF57-38C80CB03AE5}"/>
              </a:ext>
            </a:extLst>
          </p:cNvPr>
          <p:cNvSpPr txBox="1"/>
          <p:nvPr/>
        </p:nvSpPr>
        <p:spPr>
          <a:xfrm>
            <a:off x="1835696" y="764704"/>
            <a:ext cx="5400600" cy="461665"/>
          </a:xfrm>
          <a:prstGeom prst="rect">
            <a:avLst/>
          </a:prstGeom>
          <a:noFill/>
        </p:spPr>
        <p:txBody>
          <a:bodyPr wrap="square" rtlCol="0">
            <a:spAutoFit/>
          </a:bodyPr>
          <a:lstStyle/>
          <a:p>
            <a:r>
              <a:rPr lang="en-US" sz="2400" dirty="0">
                <a:solidFill>
                  <a:schemeClr val="accent1"/>
                </a:solidFill>
                <a:latin typeface="Times New Roman" panose="02020603050405020304" pitchFamily="18" charset="0"/>
                <a:cs typeface="Times New Roman" panose="02020603050405020304" pitchFamily="18" charset="0"/>
              </a:rPr>
              <a:t>                CONCLUSION</a:t>
            </a:r>
            <a:endParaRPr lang="en-IN" sz="2400" dirty="0">
              <a:solidFill>
                <a:schemeClr val="accent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32C843-E1B4-1E48-ECC2-C7CADE413D94}"/>
              </a:ext>
            </a:extLst>
          </p:cNvPr>
          <p:cNvSpPr txBox="1"/>
          <p:nvPr/>
        </p:nvSpPr>
        <p:spPr>
          <a:xfrm>
            <a:off x="1331640" y="1700808"/>
            <a:ext cx="6912768" cy="2806987"/>
          </a:xfrm>
          <a:prstGeom prst="rect">
            <a:avLst/>
          </a:prstGeom>
          <a:noFill/>
        </p:spPr>
        <p:txBody>
          <a:bodyPr wrap="square" rtlCol="0">
            <a:spAutoFit/>
          </a:bodyPr>
          <a:lstStyle/>
          <a:p>
            <a:pPr algn="just">
              <a:lnSpc>
                <a:spcPct val="150000"/>
              </a:lnSpc>
              <a:defRPr sz="1800"/>
            </a:pPr>
            <a:r>
              <a:rPr lang="en-US" sz="2000" dirty="0">
                <a:latin typeface="Times New Roman" panose="02020603050405020304" pitchFamily="18" charset="0"/>
                <a:cs typeface="Times New Roman" panose="02020603050405020304" pitchFamily="18" charset="0"/>
              </a:rPr>
              <a:t>This project demonstrated that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provides better forecasting accuracy than Prophet for S&amp;P 500 stocks. While sentiment integration did not universally improve performance, it significantly benefited specific stocks that are heavily influenced by public perception. Deploying the pipeline on AWS ensured scalability, interactive visualization, and cloud-native insights.</a:t>
            </a:r>
          </a:p>
        </p:txBody>
      </p:sp>
    </p:spTree>
    <p:extLst>
      <p:ext uri="{BB962C8B-B14F-4D97-AF65-F5344CB8AC3E}">
        <p14:creationId xmlns:p14="http://schemas.microsoft.com/office/powerpoint/2010/main" val="508950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B4E806-F616-F83B-D0E1-5FA0B45D2308}"/>
              </a:ext>
            </a:extLst>
          </p:cNvPr>
          <p:cNvSpPr txBox="1"/>
          <p:nvPr/>
        </p:nvSpPr>
        <p:spPr>
          <a:xfrm>
            <a:off x="995558" y="2156045"/>
            <a:ext cx="7128792" cy="2345322"/>
          </a:xfrm>
          <a:prstGeom prst="rect">
            <a:avLst/>
          </a:prstGeom>
          <a:noFill/>
        </p:spPr>
        <p:txBody>
          <a:bodyPr wrap="square" rtlCol="0">
            <a:spAutoFit/>
          </a:bodyPr>
          <a:lstStyle/>
          <a:p>
            <a:pPr algn="just">
              <a:lnSpc>
                <a:spcPct val="150000"/>
              </a:lnSpc>
              <a:defRPr sz="1800"/>
            </a:pPr>
            <a:r>
              <a:rPr lang="en-US" sz="2000" dirty="0">
                <a:latin typeface="Times New Roman" panose="02020603050405020304" pitchFamily="18" charset="0"/>
                <a:cs typeface="Times New Roman" panose="02020603050405020304" pitchFamily="18" charset="0"/>
              </a:rPr>
              <a:t>Future enhancements could include fine-tuning the weighting of sentiment features, integrating global indices for broader applicability, and incorporating deep learning methods such as LSTM or Transformer-based models to capture long-term dependencies and market dynamics.</a:t>
            </a:r>
          </a:p>
        </p:txBody>
      </p:sp>
      <p:sp>
        <p:nvSpPr>
          <p:cNvPr id="3" name="TextBox 2">
            <a:extLst>
              <a:ext uri="{FF2B5EF4-FFF2-40B4-BE49-F238E27FC236}">
                <a16:creationId xmlns:a16="http://schemas.microsoft.com/office/drawing/2014/main" id="{8EEC40C2-959E-AEBA-0E64-F7D790E90797}"/>
              </a:ext>
            </a:extLst>
          </p:cNvPr>
          <p:cNvSpPr txBox="1"/>
          <p:nvPr/>
        </p:nvSpPr>
        <p:spPr>
          <a:xfrm>
            <a:off x="971600" y="1196752"/>
            <a:ext cx="7128792" cy="461665"/>
          </a:xfrm>
          <a:prstGeom prst="rect">
            <a:avLst/>
          </a:prstGeom>
          <a:noFill/>
        </p:spPr>
        <p:txBody>
          <a:bodyPr wrap="square" rtlCol="0">
            <a:spAutoFit/>
          </a:bodyPr>
          <a:lstStyle/>
          <a:p>
            <a:pPr algn="ctr"/>
            <a:r>
              <a:rPr lang="en-IN" sz="2400" dirty="0">
                <a:solidFill>
                  <a:schemeClr val="accent1"/>
                </a:solidFill>
                <a:latin typeface="Times New Roman" panose="02020603050405020304" pitchFamily="18" charset="0"/>
                <a:cs typeface="Times New Roman" panose="02020603050405020304" pitchFamily="18" charset="0"/>
              </a:rPr>
              <a:t>FUTURE WORK</a:t>
            </a:r>
          </a:p>
        </p:txBody>
      </p:sp>
    </p:spTree>
    <p:extLst>
      <p:ext uri="{BB962C8B-B14F-4D97-AF65-F5344CB8AC3E}">
        <p14:creationId xmlns:p14="http://schemas.microsoft.com/office/powerpoint/2010/main" val="570220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6978AE-8364-AA75-3AAB-7916FD321E4B}"/>
              </a:ext>
            </a:extLst>
          </p:cNvPr>
          <p:cNvSpPr txBox="1"/>
          <p:nvPr/>
        </p:nvSpPr>
        <p:spPr>
          <a:xfrm>
            <a:off x="899592" y="980728"/>
            <a:ext cx="7488832" cy="2139753"/>
          </a:xfrm>
          <a:prstGeom prst="rect">
            <a:avLst/>
          </a:prstGeom>
          <a:noFill/>
        </p:spPr>
        <p:txBody>
          <a:bodyPr wrap="square">
            <a:spAutoFit/>
          </a:bodyPr>
          <a:lstStyle/>
          <a:p>
            <a:pPr>
              <a:lnSpc>
                <a:spcPct val="125000"/>
              </a:lnSpc>
              <a:spcAft>
                <a:spcPts val="800"/>
              </a:spcAft>
              <a:buNone/>
            </a:pPr>
            <a:r>
              <a:rPr lang="en-IN" sz="1800" kern="100" dirty="0">
                <a:effectLst/>
                <a:latin typeface="Times New Roman" panose="02020603050405020304" pitchFamily="18" charset="0"/>
                <a:ea typeface="Impact" panose="020B0806030902050204" pitchFamily="34" charset="0"/>
                <a:cs typeface="Times New Roman" panose="02020603050405020304" pitchFamily="18" charset="0"/>
              </a:rPr>
              <a:t> </a:t>
            </a:r>
            <a:endParaRPr lang="en-IN" sz="1400" kern="100" dirty="0">
              <a:effectLst/>
              <a:latin typeface="Impact" panose="020B0806030902050204" pitchFamily="34" charset="0"/>
              <a:ea typeface="Impact" panose="020B0806030902050204" pitchFamily="34" charset="0"/>
              <a:cs typeface="Times New Roman" panose="02020603050405020304" pitchFamily="18" charset="0"/>
            </a:endParaRPr>
          </a:p>
          <a:p>
            <a:pPr>
              <a:lnSpc>
                <a:spcPct val="125000"/>
              </a:lnSpc>
              <a:spcAft>
                <a:spcPts val="800"/>
              </a:spcAft>
              <a:buNone/>
            </a:pPr>
            <a:r>
              <a:rPr lang="en-IN" sz="2400" kern="100" dirty="0">
                <a:effectLst/>
                <a:latin typeface="Times New Roman" panose="02020603050405020304" pitchFamily="18" charset="0"/>
                <a:ea typeface="Impact" panose="020B0806030902050204" pitchFamily="34" charset="0"/>
                <a:cs typeface="Times New Roman" panose="02020603050405020304" pitchFamily="18" charset="0"/>
              </a:rPr>
              <a:t>DATASET LINK</a:t>
            </a:r>
          </a:p>
          <a:p>
            <a:pPr>
              <a:lnSpc>
                <a:spcPct val="125000"/>
              </a:lnSpc>
              <a:spcAft>
                <a:spcPts val="800"/>
              </a:spcAft>
              <a:buNone/>
            </a:pPr>
            <a:r>
              <a:rPr lang="en-IN" sz="1800" u="sng" kern="100" dirty="0">
                <a:solidFill>
                  <a:srgbClr val="F21213"/>
                </a:solidFill>
                <a:effectLst/>
                <a:latin typeface="Times New Roman" panose="02020603050405020304" pitchFamily="18" charset="0"/>
                <a:ea typeface="Impact" panose="020B0806030902050204" pitchFamily="34" charset="0"/>
                <a:cs typeface="Times New Roman" panose="02020603050405020304" pitchFamily="18" charset="0"/>
                <a:hlinkClick r:id="rId2"/>
              </a:rPr>
              <a:t>https://en.wikipedia.org/wiki/List_of_S%26P_500_companies#S&amp;P_500_component_stocks</a:t>
            </a:r>
            <a:endParaRPr lang="en-IN" sz="1400" kern="100" dirty="0">
              <a:effectLst/>
              <a:latin typeface="Impact" panose="020B0806030902050204" pitchFamily="34" charset="0"/>
              <a:ea typeface="Impact" panose="020B0806030902050204" pitchFamily="34" charset="0"/>
              <a:cs typeface="Times New Roman" panose="02020603050405020304" pitchFamily="18" charset="0"/>
            </a:endParaRPr>
          </a:p>
          <a:p>
            <a:pPr>
              <a:lnSpc>
                <a:spcPct val="125000"/>
              </a:lnSpc>
              <a:spcAft>
                <a:spcPts val="800"/>
              </a:spcAft>
              <a:buNone/>
            </a:pPr>
            <a:r>
              <a:rPr lang="en-IN" sz="1400" kern="100" dirty="0">
                <a:effectLst/>
                <a:latin typeface="Impact" panose="020B0806030902050204" pitchFamily="34" charset="0"/>
                <a:ea typeface="Impact" panose="020B0806030902050204" pitchFamily="34" charset="0"/>
                <a:cs typeface="Times New Roman" panose="02020603050405020304" pitchFamily="18" charset="0"/>
              </a:rPr>
              <a:t> </a:t>
            </a:r>
          </a:p>
        </p:txBody>
      </p:sp>
    </p:spTree>
    <p:extLst>
      <p:ext uri="{BB962C8B-B14F-4D97-AF65-F5344CB8AC3E}">
        <p14:creationId xmlns:p14="http://schemas.microsoft.com/office/powerpoint/2010/main" val="3968045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58F1C-2B9B-2690-E8ED-EF4B3E520D01}"/>
              </a:ext>
            </a:extLst>
          </p:cNvPr>
          <p:cNvSpPr txBox="1"/>
          <p:nvPr/>
        </p:nvSpPr>
        <p:spPr>
          <a:xfrm>
            <a:off x="2519916" y="2515930"/>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T</a:t>
            </a:r>
            <a:endParaRPr lang="en-IN" sz="6000" dirty="0">
              <a:solidFill>
                <a:schemeClr val="accent1">
                  <a:lumMod val="60000"/>
                  <a:lumOff val="40000"/>
                </a:schemeClr>
              </a:solidFill>
              <a:latin typeface="Arial Black" panose="020B0A04020102020204" pitchFamily="34" charset="0"/>
            </a:endParaRPr>
          </a:p>
        </p:txBody>
      </p:sp>
      <p:sp>
        <p:nvSpPr>
          <p:cNvPr id="4" name="TextBox 3">
            <a:extLst>
              <a:ext uri="{FF2B5EF4-FFF2-40B4-BE49-F238E27FC236}">
                <a16:creationId xmlns:a16="http://schemas.microsoft.com/office/drawing/2014/main" id="{224DB95D-471D-6690-ED20-C2010F3DFDE9}"/>
              </a:ext>
            </a:extLst>
          </p:cNvPr>
          <p:cNvSpPr txBox="1"/>
          <p:nvPr/>
        </p:nvSpPr>
        <p:spPr>
          <a:xfrm>
            <a:off x="3047558" y="2515930"/>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H</a:t>
            </a:r>
            <a:endParaRPr lang="en-IN" sz="6000" dirty="0">
              <a:solidFill>
                <a:schemeClr val="accent1">
                  <a:lumMod val="60000"/>
                  <a:lumOff val="4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708FA5B5-2776-93A0-9E1E-F183A67782C6}"/>
              </a:ext>
            </a:extLst>
          </p:cNvPr>
          <p:cNvSpPr txBox="1"/>
          <p:nvPr/>
        </p:nvSpPr>
        <p:spPr>
          <a:xfrm>
            <a:off x="3669560" y="2515930"/>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A</a:t>
            </a:r>
            <a:endParaRPr lang="en-IN" sz="6000" dirty="0">
              <a:solidFill>
                <a:schemeClr val="accent1">
                  <a:lumMod val="60000"/>
                  <a:lumOff val="40000"/>
                </a:schemeClr>
              </a:solidFill>
              <a:latin typeface="Arial Black" panose="020B0A04020102020204" pitchFamily="34" charset="0"/>
            </a:endParaRPr>
          </a:p>
        </p:txBody>
      </p:sp>
      <p:sp>
        <p:nvSpPr>
          <p:cNvPr id="6" name="TextBox 5">
            <a:extLst>
              <a:ext uri="{FF2B5EF4-FFF2-40B4-BE49-F238E27FC236}">
                <a16:creationId xmlns:a16="http://schemas.microsoft.com/office/drawing/2014/main" id="{B4FDA020-3E70-ECC0-D7A0-D36A29A2EDB7}"/>
              </a:ext>
            </a:extLst>
          </p:cNvPr>
          <p:cNvSpPr txBox="1"/>
          <p:nvPr/>
        </p:nvSpPr>
        <p:spPr>
          <a:xfrm>
            <a:off x="4217804" y="2515930"/>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N</a:t>
            </a:r>
            <a:endParaRPr lang="en-IN" sz="6000" dirty="0">
              <a:solidFill>
                <a:schemeClr val="accent1">
                  <a:lumMod val="60000"/>
                  <a:lumOff val="40000"/>
                </a:schemeClr>
              </a:solidFill>
              <a:latin typeface="Arial Black" panose="020B0A04020102020204" pitchFamily="34" charset="0"/>
            </a:endParaRPr>
          </a:p>
        </p:txBody>
      </p:sp>
      <p:sp>
        <p:nvSpPr>
          <p:cNvPr id="8" name="TextBox 7">
            <a:extLst>
              <a:ext uri="{FF2B5EF4-FFF2-40B4-BE49-F238E27FC236}">
                <a16:creationId xmlns:a16="http://schemas.microsoft.com/office/drawing/2014/main" id="{A1DB4279-A3C9-F7E8-1885-801414BD8A87}"/>
              </a:ext>
            </a:extLst>
          </p:cNvPr>
          <p:cNvSpPr txBox="1"/>
          <p:nvPr/>
        </p:nvSpPr>
        <p:spPr>
          <a:xfrm>
            <a:off x="4819205" y="2515930"/>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K</a:t>
            </a:r>
            <a:endParaRPr lang="en-IN" sz="6000" dirty="0">
              <a:solidFill>
                <a:schemeClr val="accent1">
                  <a:lumMod val="60000"/>
                  <a:lumOff val="40000"/>
                </a:schemeClr>
              </a:solidFill>
              <a:latin typeface="Arial Black" panose="020B0A04020102020204" pitchFamily="34" charset="0"/>
            </a:endParaRPr>
          </a:p>
        </p:txBody>
      </p:sp>
      <p:sp>
        <p:nvSpPr>
          <p:cNvPr id="9" name="TextBox 8">
            <a:extLst>
              <a:ext uri="{FF2B5EF4-FFF2-40B4-BE49-F238E27FC236}">
                <a16:creationId xmlns:a16="http://schemas.microsoft.com/office/drawing/2014/main" id="{5504AFCF-8323-4C0E-A526-9178E06C2562}"/>
              </a:ext>
            </a:extLst>
          </p:cNvPr>
          <p:cNvSpPr txBox="1"/>
          <p:nvPr/>
        </p:nvSpPr>
        <p:spPr>
          <a:xfrm>
            <a:off x="3654610" y="3181248"/>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Y</a:t>
            </a:r>
            <a:endParaRPr lang="en-IN" sz="6000" dirty="0">
              <a:solidFill>
                <a:schemeClr val="accent1">
                  <a:lumMod val="60000"/>
                  <a:lumOff val="40000"/>
                </a:schemeClr>
              </a:solidFill>
              <a:latin typeface="Arial Black" panose="020B0A04020102020204" pitchFamily="34" charset="0"/>
            </a:endParaRPr>
          </a:p>
        </p:txBody>
      </p:sp>
      <p:sp>
        <p:nvSpPr>
          <p:cNvPr id="10" name="TextBox 9">
            <a:extLst>
              <a:ext uri="{FF2B5EF4-FFF2-40B4-BE49-F238E27FC236}">
                <a16:creationId xmlns:a16="http://schemas.microsoft.com/office/drawing/2014/main" id="{DDE67481-CC36-3798-5D60-0BD6E8964B11}"/>
              </a:ext>
            </a:extLst>
          </p:cNvPr>
          <p:cNvSpPr txBox="1"/>
          <p:nvPr/>
        </p:nvSpPr>
        <p:spPr>
          <a:xfrm>
            <a:off x="4247705" y="3181249"/>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O</a:t>
            </a:r>
            <a:endParaRPr lang="en-IN" sz="6000" dirty="0">
              <a:solidFill>
                <a:schemeClr val="accent1">
                  <a:lumMod val="60000"/>
                  <a:lumOff val="40000"/>
                </a:schemeClr>
              </a:solidFill>
              <a:latin typeface="Arial Black" panose="020B0A04020102020204" pitchFamily="34" charset="0"/>
            </a:endParaRPr>
          </a:p>
        </p:txBody>
      </p:sp>
      <p:sp>
        <p:nvSpPr>
          <p:cNvPr id="11" name="TextBox 10">
            <a:extLst>
              <a:ext uri="{FF2B5EF4-FFF2-40B4-BE49-F238E27FC236}">
                <a16:creationId xmlns:a16="http://schemas.microsoft.com/office/drawing/2014/main" id="{2DD10CB2-DDA5-6B79-7F5B-801C505E3288}"/>
              </a:ext>
            </a:extLst>
          </p:cNvPr>
          <p:cNvSpPr txBox="1"/>
          <p:nvPr/>
        </p:nvSpPr>
        <p:spPr>
          <a:xfrm>
            <a:off x="4889315" y="3181249"/>
            <a:ext cx="741621" cy="1015663"/>
          </a:xfrm>
          <a:prstGeom prst="rect">
            <a:avLst/>
          </a:prstGeom>
          <a:noFill/>
        </p:spPr>
        <p:txBody>
          <a:bodyPr wrap="square" rtlCol="0">
            <a:spAutoFit/>
          </a:bodyPr>
          <a:lstStyle/>
          <a:p>
            <a:r>
              <a:rPr lang="en-US" sz="6000" dirty="0">
                <a:solidFill>
                  <a:schemeClr val="accent1">
                    <a:lumMod val="60000"/>
                    <a:lumOff val="40000"/>
                  </a:schemeClr>
                </a:solidFill>
                <a:latin typeface="Arial Black" panose="020B0A04020102020204" pitchFamily="34" charset="0"/>
              </a:rPr>
              <a:t>U</a:t>
            </a:r>
            <a:endParaRPr lang="en-IN" sz="6000" dirty="0">
              <a:solidFill>
                <a:schemeClr val="accent1">
                  <a:lumMod val="60000"/>
                  <a:lumOff val="40000"/>
                </a:schemeClr>
              </a:solidFill>
              <a:latin typeface="Arial Black" panose="020B0A04020102020204" pitchFamily="34" charset="0"/>
            </a:endParaRPr>
          </a:p>
        </p:txBody>
      </p:sp>
      <p:grpSp>
        <p:nvGrpSpPr>
          <p:cNvPr id="17" name="Group 16">
            <a:extLst>
              <a:ext uri="{FF2B5EF4-FFF2-40B4-BE49-F238E27FC236}">
                <a16:creationId xmlns:a16="http://schemas.microsoft.com/office/drawing/2014/main" id="{8F9CC11E-1A1F-81B2-E04A-7124F628623E}"/>
              </a:ext>
            </a:extLst>
          </p:cNvPr>
          <p:cNvGrpSpPr/>
          <p:nvPr/>
        </p:nvGrpSpPr>
        <p:grpSpPr>
          <a:xfrm>
            <a:off x="5625285" y="2635544"/>
            <a:ext cx="3518715" cy="1403498"/>
            <a:chOff x="7500380" y="2371058"/>
            <a:chExt cx="4691620" cy="1871331"/>
          </a:xfrm>
        </p:grpSpPr>
        <p:sp useBgFill="1">
          <p:nvSpPr>
            <p:cNvPr id="13" name="Rectangle 12">
              <a:extLst>
                <a:ext uri="{FF2B5EF4-FFF2-40B4-BE49-F238E27FC236}">
                  <a16:creationId xmlns:a16="http://schemas.microsoft.com/office/drawing/2014/main" id="{116C95C5-C2FB-D618-3C88-5FCD96AACF0A}"/>
                </a:ext>
              </a:extLst>
            </p:cNvPr>
            <p:cNvSpPr/>
            <p:nvPr/>
          </p:nvSpPr>
          <p:spPr>
            <a:xfrm>
              <a:off x="7552381" y="2371058"/>
              <a:ext cx="4639619" cy="18713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2" name="Rectangle 11">
              <a:extLst>
                <a:ext uri="{FF2B5EF4-FFF2-40B4-BE49-F238E27FC236}">
                  <a16:creationId xmlns:a16="http://schemas.microsoft.com/office/drawing/2014/main" id="{7C652F51-C587-7B4C-06A1-2A536A50EA5B}"/>
                </a:ext>
              </a:extLst>
            </p:cNvPr>
            <p:cNvSpPr/>
            <p:nvPr/>
          </p:nvSpPr>
          <p:spPr>
            <a:xfrm>
              <a:off x="7500380" y="2371059"/>
              <a:ext cx="137787" cy="187133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grpSp>
    </p:spTree>
    <p:extLst>
      <p:ext uri="{BB962C8B-B14F-4D97-AF65-F5344CB8AC3E}">
        <p14:creationId xmlns:p14="http://schemas.microsoft.com/office/powerpoint/2010/main" val="34551168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1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30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4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1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par>
                                <p:cTn id="37" presetID="35" presetClass="path" presetSubtype="0" accel="50000" decel="50000" fill="hold" nodeType="withEffect">
                                  <p:stCondLst>
                                    <p:cond delay="100"/>
                                  </p:stCondLst>
                                  <p:childTnLst>
                                    <p:animMotion origin="layout" path="M -2.08333E-6 4.07407E-6 L -0.36927 -0.00139 " pathEditMode="relative" rAng="0" ptsTypes="AA">
                                      <p:cBhvr>
                                        <p:cTn id="38" dur="4000" fill="hold"/>
                                        <p:tgtEl>
                                          <p:spTgt spid="17"/>
                                        </p:tgtEl>
                                        <p:attrNameLst>
                                          <p:attrName>ppt_x</p:attrName>
                                          <p:attrName>ppt_y</p:attrName>
                                        </p:attrNameLst>
                                      </p:cBhvr>
                                      <p:rCtr x="-18464"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8" grpId="0"/>
      <p:bldP spid="9" grpId="0"/>
      <p:bldP spid="10" grpId="0"/>
      <p:bldP spid="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5312</TotalTime>
  <Words>1102</Words>
  <Application>Microsoft Office PowerPoint</Application>
  <PresentationFormat>On-screen Show (4:3)</PresentationFormat>
  <Paragraphs>115</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Black</vt:lpstr>
      <vt:lpstr>Calibri</vt:lpstr>
      <vt:lpstr>Calibri Light</vt:lpstr>
      <vt:lpstr>Impact</vt:lpstr>
      <vt:lpstr>Times New Roman</vt:lpstr>
      <vt:lpstr>Wingdings</vt:lpstr>
      <vt:lpstr>Office Theme</vt:lpstr>
      <vt:lpstr>PowerPoint Presentation</vt:lpstr>
      <vt:lpstr>OUTLINE </vt:lpstr>
      <vt:lpstr>                      ABSTRACT</vt:lpstr>
      <vt:lpstr>INTRODUCTION</vt:lpstr>
      <vt:lpstr>PROBLEM DEFINITION</vt:lpstr>
      <vt:lpstr>PowerPoint Presentation</vt:lpstr>
      <vt:lpstr>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Page Common To All</dc:title>
  <dc:creator>admin</dc:creator>
  <cp:lastModifiedBy>bedapudi sathwikarani</cp:lastModifiedBy>
  <cp:revision>77</cp:revision>
  <dcterms:created xsi:type="dcterms:W3CDTF">2023-02-03T04:51:40Z</dcterms:created>
  <dcterms:modified xsi:type="dcterms:W3CDTF">2025-09-09T13:19:32Z</dcterms:modified>
</cp:coreProperties>
</file>